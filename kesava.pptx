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8" r:id="rId1"/>
    <p:sldMasterId id="2147483669" r:id="rId2"/>
  </p:sldMasterIdLst>
  <p:notesMasterIdLst>
    <p:notesMasterId r:id="rId13"/>
  </p:notesMasterIdLst>
  <p:sldIdLst>
    <p:sldId id="257" r:id="rId3"/>
    <p:sldId id="258" r:id="rId4"/>
    <p:sldId id="259" r:id="rId5"/>
    <p:sldId id="260" r:id="rId6"/>
    <p:sldId id="261" r:id="rId7"/>
    <p:sldId id="263" r:id="rId8"/>
    <p:sldId id="275" r:id="rId9"/>
    <p:sldId id="262" r:id="rId10"/>
    <p:sldId id="274" r:id="rId11"/>
    <p:sldId id="273" r:id="rId12"/>
  </p:sldIdLst>
  <p:sldSz cx="9144000" cy="5143500" type="screen16x9"/>
  <p:notesSz cx="6858000" cy="9144000"/>
  <p:embeddedFontLst>
    <p:embeddedFont>
      <p:font typeface="Cormorant Garamond" panose="020B0604020202020204" charset="0"/>
      <p:regular r:id="rId14"/>
      <p:bold r:id="rId15"/>
      <p:italic r:id="rId16"/>
      <p:boldItalic r:id="rId17"/>
    </p:embeddedFont>
    <p:embeddedFont>
      <p:font typeface="Cormorant Garamond Light" panose="020B0604020202020204"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66A6166-8B7B-4AAE-90AB-EBCFC93FB5BE}" v="4358" dt="2026-07-27T10:34:32.04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microsoft.com/office/2015/10/relationships/revisionInfo" Target="revisionInfo.xml"/><Relationship Id="rId3" Type="http://schemas.openxmlformats.org/officeDocument/2006/relationships/slide" Target="slides/slide1.xml"/><Relationship Id="rId21"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52e23b0220_2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5" name="Google Shape;165;g252e23b0220_2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52e23b0220_2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2" name="Google Shape;182;g252e23b0220_2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g252e23b0220_2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7" name="Google Shape;207;g252e23b0220_2_1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52e23b0220_2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1" name="Google Shape;231;g252e23b0220_2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252e23b0220_2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4" name="Google Shape;244;g252e23b0220_2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252e23b0220_2_1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g252e23b0220_2_1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01E4E7AD-2BF8-0896-C54A-109BFAF9FAD2}"/>
            </a:ext>
          </a:extLst>
        </p:cNvPr>
        <p:cNvGrpSpPr/>
        <p:nvPr/>
      </p:nvGrpSpPr>
      <p:grpSpPr>
        <a:xfrm>
          <a:off x="0" y="0"/>
          <a:ext cx="0" cy="0"/>
          <a:chOff x="0" y="0"/>
          <a:chExt cx="0" cy="0"/>
        </a:xfrm>
      </p:grpSpPr>
      <p:sp>
        <p:nvSpPr>
          <p:cNvPr id="267" name="Google Shape;267;g252e23b0220_2_186:notes">
            <a:extLst>
              <a:ext uri="{FF2B5EF4-FFF2-40B4-BE49-F238E27FC236}">
                <a16:creationId xmlns:a16="http://schemas.microsoft.com/office/drawing/2014/main" id="{82C0D078-91FE-7388-3936-411C8EB75F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g252e23b0220_2_186:notes">
            <a:extLst>
              <a:ext uri="{FF2B5EF4-FFF2-40B4-BE49-F238E27FC236}">
                <a16:creationId xmlns:a16="http://schemas.microsoft.com/office/drawing/2014/main" id="{4FAEE8A4-31F4-F44A-CEBC-BD078A84A0F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346215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252e23b0220_2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6" name="Google Shape;256;g252e23b0220_2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a:extLst>
            <a:ext uri="{FF2B5EF4-FFF2-40B4-BE49-F238E27FC236}">
              <a16:creationId xmlns:a16="http://schemas.microsoft.com/office/drawing/2014/main" id="{05F18218-E131-A4CA-CE3B-CC3363E8A63E}"/>
            </a:ext>
          </a:extLst>
        </p:cNvPr>
        <p:cNvGrpSpPr/>
        <p:nvPr/>
      </p:nvGrpSpPr>
      <p:grpSpPr>
        <a:xfrm>
          <a:off x="0" y="0"/>
          <a:ext cx="0" cy="0"/>
          <a:chOff x="0" y="0"/>
          <a:chExt cx="0" cy="0"/>
        </a:xfrm>
      </p:grpSpPr>
      <p:sp>
        <p:nvSpPr>
          <p:cNvPr id="267" name="Google Shape;267;g252e23b0220_2_186:notes">
            <a:extLst>
              <a:ext uri="{FF2B5EF4-FFF2-40B4-BE49-F238E27FC236}">
                <a16:creationId xmlns:a16="http://schemas.microsoft.com/office/drawing/2014/main" id="{5B51E009-83C3-33CD-1504-2016CAA3FB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8" name="Google Shape;268;g252e23b0220_2_186:notes">
            <a:extLst>
              <a:ext uri="{FF2B5EF4-FFF2-40B4-BE49-F238E27FC236}">
                <a16:creationId xmlns:a16="http://schemas.microsoft.com/office/drawing/2014/main" id="{EE2BC733-72A2-61EE-E7A7-FDF1237313B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090701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252e23b0220_2_3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0" name="Google Shape;470;g252e23b0220_2_3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t="31260" b="31260"/>
          <a:stretch/>
        </p:blipFill>
        <p:spPr>
          <a:xfrm>
            <a:off x="0" y="0"/>
            <a:ext cx="9144001" cy="5143502"/>
          </a:xfrm>
          <a:prstGeom prst="rect">
            <a:avLst/>
          </a:prstGeom>
          <a:noFill/>
          <a:ln>
            <a:noFill/>
          </a:ln>
        </p:spPr>
      </p:pic>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4" name="Google Shape;14;p2"/>
          <p:cNvSpPr/>
          <p:nvPr/>
        </p:nvSpPr>
        <p:spPr>
          <a:xfrm rot="5400000">
            <a:off x="5902888" y="4547496"/>
            <a:ext cx="3524604" cy="1928920"/>
          </a:xfrm>
          <a:custGeom>
            <a:avLst/>
            <a:gdLst/>
            <a:ahLst/>
            <a:cxnLst/>
            <a:rect l="l" t="t" r="r" b="b"/>
            <a:pathLst>
              <a:path w="7049207" h="3857839" extrusionOk="0">
                <a:moveTo>
                  <a:pt x="0" y="0"/>
                </a:moveTo>
                <a:lnTo>
                  <a:pt x="7049207" y="0"/>
                </a:lnTo>
                <a:lnTo>
                  <a:pt x="7049207" y="3857839"/>
                </a:lnTo>
                <a:lnTo>
                  <a:pt x="0" y="3857839"/>
                </a:lnTo>
                <a:lnTo>
                  <a:pt x="0" y="0"/>
                </a:lnTo>
                <a:close/>
              </a:path>
            </a:pathLst>
          </a:custGeom>
          <a:blipFill rotWithShape="1">
            <a:blip r:embed="rId3">
              <a:alphaModFix/>
            </a:blip>
            <a:stretch>
              <a:fillRect/>
            </a:stretch>
          </a:blip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pic>
        <p:nvPicPr>
          <p:cNvPr id="16" name="Google Shape;16;p3"/>
          <p:cNvPicPr preferRelativeResize="0"/>
          <p:nvPr/>
        </p:nvPicPr>
        <p:blipFill rotWithShape="1">
          <a:blip r:embed="rId2">
            <a:alphaModFix/>
          </a:blip>
          <a:srcRect t="31260" b="31260"/>
          <a:stretch/>
        </p:blipFill>
        <p:spPr>
          <a:xfrm>
            <a:off x="0" y="0"/>
            <a:ext cx="9144001" cy="5143502"/>
          </a:xfrm>
          <a:prstGeom prst="rect">
            <a:avLst/>
          </a:prstGeom>
          <a:noFill/>
          <a:ln>
            <a:noFill/>
          </a:ln>
        </p:spPr>
      </p:pic>
      <p:sp>
        <p:nvSpPr>
          <p:cNvPr id="17" name="Google Shape;17;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9" name="Google Shape;19;p3"/>
          <p:cNvSpPr/>
          <p:nvPr/>
        </p:nvSpPr>
        <p:spPr>
          <a:xfrm rot="5400000">
            <a:off x="6105538" y="4517521"/>
            <a:ext cx="3524604" cy="1928920"/>
          </a:xfrm>
          <a:custGeom>
            <a:avLst/>
            <a:gdLst/>
            <a:ahLst/>
            <a:cxnLst/>
            <a:rect l="l" t="t" r="r" b="b"/>
            <a:pathLst>
              <a:path w="7049207" h="3857839" extrusionOk="0">
                <a:moveTo>
                  <a:pt x="0" y="0"/>
                </a:moveTo>
                <a:lnTo>
                  <a:pt x="7049207" y="0"/>
                </a:lnTo>
                <a:lnTo>
                  <a:pt x="7049207" y="3857839"/>
                </a:lnTo>
                <a:lnTo>
                  <a:pt x="0" y="3857839"/>
                </a:lnTo>
                <a:lnTo>
                  <a:pt x="0" y="0"/>
                </a:lnTo>
                <a:close/>
              </a:path>
            </a:pathLst>
          </a:custGeom>
          <a:blipFill rotWithShape="1">
            <a:blip r:embed="rId3">
              <a:alphaModFix/>
            </a:blip>
            <a:stretch>
              <a:fillRect/>
            </a:stretch>
          </a:blipFill>
          <a:ln>
            <a:noFill/>
          </a:ln>
        </p:spPr>
      </p:sp>
      <p:sp>
        <p:nvSpPr>
          <p:cNvPr id="20" name="Google Shape;20;p3"/>
          <p:cNvSpPr/>
          <p:nvPr/>
        </p:nvSpPr>
        <p:spPr>
          <a:xfrm rot="5400000">
            <a:off x="3871963" y="4517521"/>
            <a:ext cx="3524604" cy="1928920"/>
          </a:xfrm>
          <a:custGeom>
            <a:avLst/>
            <a:gdLst/>
            <a:ahLst/>
            <a:cxnLst/>
            <a:rect l="l" t="t" r="r" b="b"/>
            <a:pathLst>
              <a:path w="7049207" h="3857839" extrusionOk="0">
                <a:moveTo>
                  <a:pt x="0" y="0"/>
                </a:moveTo>
                <a:lnTo>
                  <a:pt x="7049207" y="0"/>
                </a:lnTo>
                <a:lnTo>
                  <a:pt x="7049207" y="3857839"/>
                </a:lnTo>
                <a:lnTo>
                  <a:pt x="0" y="3857839"/>
                </a:lnTo>
                <a:lnTo>
                  <a:pt x="0" y="0"/>
                </a:lnTo>
                <a:close/>
              </a:path>
            </a:pathLst>
          </a:custGeom>
          <a:blipFill rotWithShape="1">
            <a:blip r:embed="rId3">
              <a:alphaModFix/>
            </a:blip>
            <a:stretch>
              <a:fillRect/>
            </a:stretch>
          </a:blipFill>
          <a:ln>
            <a:noFill/>
          </a:ln>
        </p:spPr>
      </p:sp>
      <p:sp>
        <p:nvSpPr>
          <p:cNvPr id="21" name="Google Shape;21;p3"/>
          <p:cNvSpPr/>
          <p:nvPr/>
        </p:nvSpPr>
        <p:spPr>
          <a:xfrm rot="5400000">
            <a:off x="1638388" y="4517521"/>
            <a:ext cx="3524604" cy="1928920"/>
          </a:xfrm>
          <a:custGeom>
            <a:avLst/>
            <a:gdLst/>
            <a:ahLst/>
            <a:cxnLst/>
            <a:rect l="l" t="t" r="r" b="b"/>
            <a:pathLst>
              <a:path w="7049207" h="3857839" extrusionOk="0">
                <a:moveTo>
                  <a:pt x="0" y="0"/>
                </a:moveTo>
                <a:lnTo>
                  <a:pt x="7049207" y="0"/>
                </a:lnTo>
                <a:lnTo>
                  <a:pt x="7049207" y="3857839"/>
                </a:lnTo>
                <a:lnTo>
                  <a:pt x="0" y="3857839"/>
                </a:lnTo>
                <a:lnTo>
                  <a:pt x="0" y="0"/>
                </a:lnTo>
                <a:close/>
              </a:path>
            </a:pathLst>
          </a:custGeom>
          <a:blipFill rotWithShape="1">
            <a:blip r:embed="rId3">
              <a:alphaModFix/>
            </a:blip>
            <a:stretch>
              <a:fillRect/>
            </a:stretch>
          </a:blipFill>
          <a:ln>
            <a:noFill/>
          </a:ln>
        </p:spPr>
      </p:sp>
      <p:sp>
        <p:nvSpPr>
          <p:cNvPr id="22" name="Google Shape;22;p3"/>
          <p:cNvSpPr/>
          <p:nvPr/>
        </p:nvSpPr>
        <p:spPr>
          <a:xfrm rot="5400000">
            <a:off x="-595187" y="4517521"/>
            <a:ext cx="3524604" cy="1928920"/>
          </a:xfrm>
          <a:custGeom>
            <a:avLst/>
            <a:gdLst/>
            <a:ahLst/>
            <a:cxnLst/>
            <a:rect l="l" t="t" r="r" b="b"/>
            <a:pathLst>
              <a:path w="7049207" h="3857839" extrusionOk="0">
                <a:moveTo>
                  <a:pt x="0" y="0"/>
                </a:moveTo>
                <a:lnTo>
                  <a:pt x="7049207" y="0"/>
                </a:lnTo>
                <a:lnTo>
                  <a:pt x="7049207" y="3857839"/>
                </a:lnTo>
                <a:lnTo>
                  <a:pt x="0" y="3857839"/>
                </a:lnTo>
                <a:lnTo>
                  <a:pt x="0" y="0"/>
                </a:lnTo>
                <a:close/>
              </a:path>
            </a:pathLst>
          </a:custGeom>
          <a:blipFill rotWithShape="1">
            <a:blip r:embed="rId3">
              <a:alphaModFix/>
            </a:blip>
            <a:stretch>
              <a:fillRect/>
            </a:stretch>
          </a:blip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pic>
        <p:nvPicPr>
          <p:cNvPr id="24" name="Google Shape;24;p4"/>
          <p:cNvPicPr preferRelativeResize="0"/>
          <p:nvPr/>
        </p:nvPicPr>
        <p:blipFill rotWithShape="1">
          <a:blip r:embed="rId2">
            <a:alphaModFix/>
          </a:blip>
          <a:srcRect t="31260" b="31260"/>
          <a:stretch/>
        </p:blipFill>
        <p:spPr>
          <a:xfrm>
            <a:off x="0" y="0"/>
            <a:ext cx="9144001" cy="5143502"/>
          </a:xfrm>
          <a:prstGeom prst="rect">
            <a:avLst/>
          </a:prstGeom>
          <a:noFill/>
          <a:ln>
            <a:noFill/>
          </a:ln>
        </p:spPr>
      </p:pic>
      <p:sp>
        <p:nvSpPr>
          <p:cNvPr id="25" name="Google Shape;25;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7" name="Google Shape;2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28" name="Google Shape;28;p4"/>
          <p:cNvSpPr/>
          <p:nvPr/>
        </p:nvSpPr>
        <p:spPr>
          <a:xfrm rot="5400000">
            <a:off x="5902888" y="4547496"/>
            <a:ext cx="3524604" cy="1928920"/>
          </a:xfrm>
          <a:custGeom>
            <a:avLst/>
            <a:gdLst/>
            <a:ahLst/>
            <a:cxnLst/>
            <a:rect l="l" t="t" r="r" b="b"/>
            <a:pathLst>
              <a:path w="7049207" h="3857839" extrusionOk="0">
                <a:moveTo>
                  <a:pt x="0" y="0"/>
                </a:moveTo>
                <a:lnTo>
                  <a:pt x="7049207" y="0"/>
                </a:lnTo>
                <a:lnTo>
                  <a:pt x="7049207" y="3857839"/>
                </a:lnTo>
                <a:lnTo>
                  <a:pt x="0" y="3857839"/>
                </a:lnTo>
                <a:lnTo>
                  <a:pt x="0" y="0"/>
                </a:lnTo>
                <a:close/>
              </a:path>
            </a:pathLst>
          </a:custGeom>
          <a:blipFill rotWithShape="1">
            <a:blip r:embed="rId3">
              <a:alphaModFix/>
            </a:blip>
            <a:stretch>
              <a:fillRect/>
            </a:stretch>
          </a:blipFill>
          <a:ln>
            <a:noFill/>
          </a:ln>
        </p:spPr>
      </p:sp>
      <p:sp>
        <p:nvSpPr>
          <p:cNvPr id="29" name="Google Shape;29;p4"/>
          <p:cNvSpPr/>
          <p:nvPr/>
        </p:nvSpPr>
        <p:spPr>
          <a:xfrm rot="5400000">
            <a:off x="5902888" y="730020"/>
            <a:ext cx="3524604" cy="1928920"/>
          </a:xfrm>
          <a:custGeom>
            <a:avLst/>
            <a:gdLst/>
            <a:ahLst/>
            <a:cxnLst/>
            <a:rect l="l" t="t" r="r" b="b"/>
            <a:pathLst>
              <a:path w="7049207" h="3857839" extrusionOk="0">
                <a:moveTo>
                  <a:pt x="0" y="0"/>
                </a:moveTo>
                <a:lnTo>
                  <a:pt x="7049207" y="0"/>
                </a:lnTo>
                <a:lnTo>
                  <a:pt x="7049207" y="3857839"/>
                </a:lnTo>
                <a:lnTo>
                  <a:pt x="0" y="3857839"/>
                </a:lnTo>
                <a:lnTo>
                  <a:pt x="0" y="0"/>
                </a:lnTo>
                <a:close/>
              </a:path>
            </a:pathLst>
          </a:custGeom>
          <a:blipFill rotWithShape="1">
            <a:blip r:embed="rId3">
              <a:alphaModFix/>
            </a:blip>
            <a:stretch>
              <a:fillRect/>
            </a:stretch>
          </a:blip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pic>
        <p:nvPicPr>
          <p:cNvPr id="31" name="Google Shape;31;p5"/>
          <p:cNvPicPr preferRelativeResize="0"/>
          <p:nvPr/>
        </p:nvPicPr>
        <p:blipFill rotWithShape="1">
          <a:blip r:embed="rId2">
            <a:alphaModFix/>
          </a:blip>
          <a:srcRect t="31260" b="31260"/>
          <a:stretch/>
        </p:blipFill>
        <p:spPr>
          <a:xfrm>
            <a:off x="0" y="0"/>
            <a:ext cx="9144001" cy="5143502"/>
          </a:xfrm>
          <a:prstGeom prst="rect">
            <a:avLst/>
          </a:prstGeom>
          <a:noFill/>
          <a:ln>
            <a:noFill/>
          </a:ln>
        </p:spPr>
      </p:pic>
      <p:sp>
        <p:nvSpPr>
          <p:cNvPr id="32" name="Google Shape;32;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3" name="Google Shape;33;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36" name="Google Shape;36;p5"/>
          <p:cNvCxnSpPr/>
          <p:nvPr/>
        </p:nvCxnSpPr>
        <p:spPr>
          <a:xfrm>
            <a:off x="514350" y="4786724"/>
            <a:ext cx="8115300" cy="0"/>
          </a:xfrm>
          <a:prstGeom prst="straightConnector1">
            <a:avLst/>
          </a:prstGeom>
          <a:noFill/>
          <a:ln w="19050" cap="flat" cmpd="sng">
            <a:solidFill>
              <a:srgbClr val="000000"/>
            </a:solidFill>
            <a:prstDash val="solid"/>
            <a:round/>
            <a:headEnd type="none" w="sm" len="sm"/>
            <a:tailEnd type="none" w="sm" len="sm"/>
          </a:ln>
        </p:spPr>
      </p:cxnSp>
      <p:cxnSp>
        <p:nvCxnSpPr>
          <p:cNvPr id="37" name="Google Shape;37;p5"/>
          <p:cNvCxnSpPr/>
          <p:nvPr/>
        </p:nvCxnSpPr>
        <p:spPr>
          <a:xfrm>
            <a:off x="514350" y="481013"/>
            <a:ext cx="8115300" cy="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8"/>
        <p:cNvGrpSpPr/>
        <p:nvPr/>
      </p:nvGrpSpPr>
      <p:grpSpPr>
        <a:xfrm>
          <a:off x="0" y="0"/>
          <a:ext cx="0" cy="0"/>
          <a:chOff x="0" y="0"/>
          <a:chExt cx="0" cy="0"/>
        </a:xfrm>
      </p:grpSpPr>
      <p:pic>
        <p:nvPicPr>
          <p:cNvPr id="39" name="Google Shape;39;p6"/>
          <p:cNvPicPr preferRelativeResize="0"/>
          <p:nvPr/>
        </p:nvPicPr>
        <p:blipFill rotWithShape="1">
          <a:blip r:embed="rId2">
            <a:alphaModFix/>
          </a:blip>
          <a:srcRect t="31260" b="31260"/>
          <a:stretch/>
        </p:blipFill>
        <p:spPr>
          <a:xfrm>
            <a:off x="0" y="0"/>
            <a:ext cx="9144001" cy="5143502"/>
          </a:xfrm>
          <a:prstGeom prst="rect">
            <a:avLst/>
          </a:prstGeom>
          <a:noFill/>
          <a:ln>
            <a:noFill/>
          </a:ln>
        </p:spPr>
      </p:pic>
      <p:sp>
        <p:nvSpPr>
          <p:cNvPr id="40" name="Google Shape;40;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1" name="Google Shape;4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2" name="Google Shape;42;p6"/>
          <p:cNvSpPr/>
          <p:nvPr/>
        </p:nvSpPr>
        <p:spPr>
          <a:xfrm rot="5400000">
            <a:off x="5902888" y="3369592"/>
            <a:ext cx="3524604" cy="1928920"/>
          </a:xfrm>
          <a:custGeom>
            <a:avLst/>
            <a:gdLst/>
            <a:ahLst/>
            <a:cxnLst/>
            <a:rect l="l" t="t" r="r" b="b"/>
            <a:pathLst>
              <a:path w="7049207" h="3857839" extrusionOk="0">
                <a:moveTo>
                  <a:pt x="0" y="0"/>
                </a:moveTo>
                <a:lnTo>
                  <a:pt x="7049207" y="0"/>
                </a:lnTo>
                <a:lnTo>
                  <a:pt x="7049207" y="3857839"/>
                </a:lnTo>
                <a:lnTo>
                  <a:pt x="0" y="3857839"/>
                </a:lnTo>
                <a:lnTo>
                  <a:pt x="0" y="0"/>
                </a:lnTo>
                <a:close/>
              </a:path>
            </a:pathLst>
          </a:custGeom>
          <a:blipFill rotWithShape="1">
            <a:blip r:embed="rId3">
              <a:alphaModFix/>
            </a:blip>
            <a:stretch>
              <a:fillRect/>
            </a:stretch>
          </a:blipFill>
          <a:ln>
            <a:noFill/>
          </a:ln>
        </p:spPr>
      </p:sp>
      <p:cxnSp>
        <p:nvCxnSpPr>
          <p:cNvPr id="43" name="Google Shape;43;p6"/>
          <p:cNvCxnSpPr/>
          <p:nvPr/>
        </p:nvCxnSpPr>
        <p:spPr>
          <a:xfrm>
            <a:off x="311708" y="1455831"/>
            <a:ext cx="5213700" cy="8400"/>
          </a:xfrm>
          <a:prstGeom prst="straightConnector1">
            <a:avLst/>
          </a:prstGeom>
          <a:noFill/>
          <a:ln w="19050" cap="flat" cmpd="sng">
            <a:solidFill>
              <a:srgbClr val="000000"/>
            </a:solidFill>
            <a:prstDash val="solid"/>
            <a:round/>
            <a:headEnd type="none" w="sm" len="sm"/>
            <a:tailEnd type="none" w="sm" len="sm"/>
          </a:ln>
        </p:spPr>
      </p:cxnSp>
      <p:cxnSp>
        <p:nvCxnSpPr>
          <p:cNvPr id="44" name="Google Shape;44;p6"/>
          <p:cNvCxnSpPr/>
          <p:nvPr/>
        </p:nvCxnSpPr>
        <p:spPr>
          <a:xfrm>
            <a:off x="311708" y="1078248"/>
            <a:ext cx="5213700" cy="840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5"/>
        <p:cNvGrpSpPr/>
        <p:nvPr/>
      </p:nvGrpSpPr>
      <p:grpSpPr>
        <a:xfrm>
          <a:off x="0" y="0"/>
          <a:ext cx="0" cy="0"/>
          <a:chOff x="0" y="0"/>
          <a:chExt cx="0" cy="0"/>
        </a:xfrm>
      </p:grpSpPr>
      <p:pic>
        <p:nvPicPr>
          <p:cNvPr id="46" name="Google Shape;46;p7"/>
          <p:cNvPicPr preferRelativeResize="0"/>
          <p:nvPr/>
        </p:nvPicPr>
        <p:blipFill rotWithShape="1">
          <a:blip r:embed="rId2">
            <a:alphaModFix/>
          </a:blip>
          <a:srcRect t="31260" b="31260"/>
          <a:stretch/>
        </p:blipFill>
        <p:spPr>
          <a:xfrm>
            <a:off x="0" y="0"/>
            <a:ext cx="9144001" cy="5143502"/>
          </a:xfrm>
          <a:prstGeom prst="rect">
            <a:avLst/>
          </a:prstGeom>
          <a:noFill/>
          <a:ln>
            <a:noFill/>
          </a:ln>
        </p:spPr>
      </p:pic>
      <p:sp>
        <p:nvSpPr>
          <p:cNvPr id="47" name="Google Shape;47;p7"/>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8" name="Google Shape;4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49" name="Google Shape;49;p7"/>
          <p:cNvCxnSpPr/>
          <p:nvPr/>
        </p:nvCxnSpPr>
        <p:spPr>
          <a:xfrm>
            <a:off x="514350" y="4786724"/>
            <a:ext cx="8115300" cy="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
        <p:cNvGrpSpPr/>
        <p:nvPr/>
      </p:nvGrpSpPr>
      <p:grpSpPr>
        <a:xfrm>
          <a:off x="0" y="0"/>
          <a:ext cx="0" cy="0"/>
          <a:chOff x="0" y="0"/>
          <a:chExt cx="0" cy="0"/>
        </a:xfrm>
      </p:grpSpPr>
      <p:pic>
        <p:nvPicPr>
          <p:cNvPr id="51" name="Google Shape;51;p8"/>
          <p:cNvPicPr preferRelativeResize="0"/>
          <p:nvPr/>
        </p:nvPicPr>
        <p:blipFill rotWithShape="1">
          <a:blip r:embed="rId2">
            <a:alphaModFix/>
          </a:blip>
          <a:srcRect t="31260" b="31260"/>
          <a:stretch/>
        </p:blipFill>
        <p:spPr>
          <a:xfrm>
            <a:off x="0" y="0"/>
            <a:ext cx="9144001" cy="5143502"/>
          </a:xfrm>
          <a:prstGeom prst="rect">
            <a:avLst/>
          </a:prstGeom>
          <a:noFill/>
          <a:ln>
            <a:noFill/>
          </a:ln>
        </p:spPr>
      </p:pic>
      <p:sp>
        <p:nvSpPr>
          <p:cNvPr id="52" name="Google Shape;52;p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4" name="Google Shape;54;p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5" name="Google Shape;55;p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56" name="Google Shape;56;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57" name="Google Shape;57;p8"/>
          <p:cNvCxnSpPr/>
          <p:nvPr/>
        </p:nvCxnSpPr>
        <p:spPr>
          <a:xfrm>
            <a:off x="514350" y="4786724"/>
            <a:ext cx="3806100" cy="0"/>
          </a:xfrm>
          <a:prstGeom prst="straightConnector1">
            <a:avLst/>
          </a:prstGeom>
          <a:noFill/>
          <a:ln w="19050" cap="flat" cmpd="sng">
            <a:solidFill>
              <a:srgbClr val="000000"/>
            </a:solidFill>
            <a:prstDash val="solid"/>
            <a:round/>
            <a:headEnd type="none" w="sm" len="sm"/>
            <a:tailEnd type="none" w="sm" len="sm"/>
          </a:ln>
        </p:spPr>
      </p:cxnSp>
      <p:cxnSp>
        <p:nvCxnSpPr>
          <p:cNvPr id="58" name="Google Shape;58;p8"/>
          <p:cNvCxnSpPr/>
          <p:nvPr/>
        </p:nvCxnSpPr>
        <p:spPr>
          <a:xfrm>
            <a:off x="514350" y="481013"/>
            <a:ext cx="3826200" cy="0"/>
          </a:xfrm>
          <a:prstGeom prst="straightConnector1">
            <a:avLst/>
          </a:prstGeom>
          <a:noFill/>
          <a:ln w="19050" cap="flat" cmpd="sng">
            <a:solidFill>
              <a:srgbClr val="000000"/>
            </a:solidFill>
            <a:prstDash val="solid"/>
            <a:round/>
            <a:headEnd type="none" w="sm" len="sm"/>
            <a:tailEnd type="none" w="sm" len="sm"/>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9"/>
        <p:cNvGrpSpPr/>
        <p:nvPr/>
      </p:nvGrpSpPr>
      <p:grpSpPr>
        <a:xfrm>
          <a:off x="0" y="0"/>
          <a:ext cx="0" cy="0"/>
          <a:chOff x="0" y="0"/>
          <a:chExt cx="0" cy="0"/>
        </a:xfrm>
      </p:grpSpPr>
      <p:pic>
        <p:nvPicPr>
          <p:cNvPr id="60" name="Google Shape;60;p9"/>
          <p:cNvPicPr preferRelativeResize="0"/>
          <p:nvPr/>
        </p:nvPicPr>
        <p:blipFill rotWithShape="1">
          <a:blip r:embed="rId2">
            <a:alphaModFix/>
          </a:blip>
          <a:srcRect t="31260" b="31260"/>
          <a:stretch/>
        </p:blipFill>
        <p:spPr>
          <a:xfrm>
            <a:off x="0" y="0"/>
            <a:ext cx="9144001" cy="5143502"/>
          </a:xfrm>
          <a:prstGeom prst="rect">
            <a:avLst/>
          </a:prstGeom>
          <a:noFill/>
          <a:ln>
            <a:noFill/>
          </a:ln>
        </p:spPr>
      </p:pic>
      <p:sp>
        <p:nvSpPr>
          <p:cNvPr id="61" name="Google Shape;61;p9"/>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62" name="Google Shape;62;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63" name="Google Shape;63;p9"/>
          <p:cNvCxnSpPr/>
          <p:nvPr/>
        </p:nvCxnSpPr>
        <p:spPr>
          <a:xfrm>
            <a:off x="514350" y="4786724"/>
            <a:ext cx="8115300" cy="0"/>
          </a:xfrm>
          <a:prstGeom prst="straightConnector1">
            <a:avLst/>
          </a:prstGeom>
          <a:noFill/>
          <a:ln w="19050" cap="flat" cmpd="sng">
            <a:solidFill>
              <a:srgbClr val="000000"/>
            </a:solidFill>
            <a:prstDash val="solid"/>
            <a:round/>
            <a:headEnd type="none" w="sm" len="sm"/>
            <a:tailEnd type="none" w="sm" len="sm"/>
          </a:ln>
        </p:spPr>
      </p:cxnSp>
      <p:sp>
        <p:nvSpPr>
          <p:cNvPr id="64" name="Google Shape;64;p9"/>
          <p:cNvSpPr/>
          <p:nvPr/>
        </p:nvSpPr>
        <p:spPr>
          <a:xfrm>
            <a:off x="-556141" y="-557767"/>
            <a:ext cx="3524604" cy="1928920"/>
          </a:xfrm>
          <a:custGeom>
            <a:avLst/>
            <a:gdLst/>
            <a:ahLst/>
            <a:cxnLst/>
            <a:rect l="l" t="t" r="r" b="b"/>
            <a:pathLst>
              <a:path w="7049207" h="3857839" extrusionOk="0">
                <a:moveTo>
                  <a:pt x="0" y="0"/>
                </a:moveTo>
                <a:lnTo>
                  <a:pt x="7049207" y="0"/>
                </a:lnTo>
                <a:lnTo>
                  <a:pt x="7049207" y="3857839"/>
                </a:lnTo>
                <a:lnTo>
                  <a:pt x="0" y="3857839"/>
                </a:lnTo>
                <a:lnTo>
                  <a:pt x="0" y="0"/>
                </a:lnTo>
                <a:close/>
              </a:path>
            </a:pathLst>
          </a:custGeom>
          <a:blipFill rotWithShape="1">
            <a:blip r:embed="rId3">
              <a:alphaModFix/>
            </a:blip>
            <a:stretch>
              <a:fillRect/>
            </a:stretch>
          </a:blipFill>
          <a:ln>
            <a:noFill/>
          </a:ln>
        </p:spPr>
      </p:sp>
      <p:sp>
        <p:nvSpPr>
          <p:cNvPr id="65" name="Google Shape;65;p9"/>
          <p:cNvSpPr/>
          <p:nvPr/>
        </p:nvSpPr>
        <p:spPr>
          <a:xfrm>
            <a:off x="8473744" y="2714777"/>
            <a:ext cx="3524604" cy="1928920"/>
          </a:xfrm>
          <a:custGeom>
            <a:avLst/>
            <a:gdLst/>
            <a:ahLst/>
            <a:cxnLst/>
            <a:rect l="l" t="t" r="r" b="b"/>
            <a:pathLst>
              <a:path w="7049207" h="3857839" extrusionOk="0">
                <a:moveTo>
                  <a:pt x="0" y="0"/>
                </a:moveTo>
                <a:lnTo>
                  <a:pt x="7049207" y="0"/>
                </a:lnTo>
                <a:lnTo>
                  <a:pt x="7049207" y="3857838"/>
                </a:lnTo>
                <a:lnTo>
                  <a:pt x="0" y="3857838"/>
                </a:lnTo>
                <a:lnTo>
                  <a:pt x="0" y="0"/>
                </a:lnTo>
                <a:close/>
              </a:path>
            </a:pathLst>
          </a:custGeom>
          <a:blipFill rotWithShape="1">
            <a:blip r:embed="rId3">
              <a:alphaModFix/>
            </a:blip>
            <a:stretch>
              <a:fillRect/>
            </a:stretch>
          </a:blip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6"/>
        <p:cNvGrpSpPr/>
        <p:nvPr/>
      </p:nvGrpSpPr>
      <p:grpSpPr>
        <a:xfrm>
          <a:off x="0" y="0"/>
          <a:ext cx="0" cy="0"/>
          <a:chOff x="0" y="0"/>
          <a:chExt cx="0" cy="0"/>
        </a:xfrm>
      </p:grpSpPr>
      <p:pic>
        <p:nvPicPr>
          <p:cNvPr id="67" name="Google Shape;67;p10"/>
          <p:cNvPicPr preferRelativeResize="0"/>
          <p:nvPr/>
        </p:nvPicPr>
        <p:blipFill rotWithShape="1">
          <a:blip r:embed="rId2">
            <a:alphaModFix/>
          </a:blip>
          <a:srcRect t="31260" b="31260"/>
          <a:stretch/>
        </p:blipFill>
        <p:spPr>
          <a:xfrm>
            <a:off x="0" y="0"/>
            <a:ext cx="9144001" cy="5143502"/>
          </a:xfrm>
          <a:prstGeom prst="rect">
            <a:avLst/>
          </a:prstGeom>
          <a:noFill/>
          <a:ln>
            <a:noFill/>
          </a:ln>
        </p:spPr>
      </p:pic>
      <p:sp>
        <p:nvSpPr>
          <p:cNvPr id="68" name="Google Shape;6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cxnSp>
        <p:nvCxnSpPr>
          <p:cNvPr id="69" name="Google Shape;69;p10"/>
          <p:cNvCxnSpPr/>
          <p:nvPr/>
        </p:nvCxnSpPr>
        <p:spPr>
          <a:xfrm>
            <a:off x="514350" y="4786724"/>
            <a:ext cx="8115300" cy="0"/>
          </a:xfrm>
          <a:prstGeom prst="straightConnector1">
            <a:avLst/>
          </a:prstGeom>
          <a:noFill/>
          <a:ln w="19050" cap="flat" cmpd="sng">
            <a:solidFill>
              <a:srgbClr val="000000"/>
            </a:solidFill>
            <a:prstDash val="solid"/>
            <a:round/>
            <a:headEnd type="none" w="sm" len="sm"/>
            <a:tailEnd type="none" w="sm" len="sm"/>
          </a:ln>
        </p:spPr>
      </p:cxnSp>
      <p:cxnSp>
        <p:nvCxnSpPr>
          <p:cNvPr id="70" name="Google Shape;70;p10"/>
          <p:cNvCxnSpPr/>
          <p:nvPr/>
        </p:nvCxnSpPr>
        <p:spPr>
          <a:xfrm>
            <a:off x="3230707" y="1715106"/>
            <a:ext cx="0" cy="2614500"/>
          </a:xfrm>
          <a:prstGeom prst="straightConnector1">
            <a:avLst/>
          </a:prstGeom>
          <a:noFill/>
          <a:ln w="19050" cap="flat" cmpd="sng">
            <a:solidFill>
              <a:srgbClr val="000000"/>
            </a:solidFill>
            <a:prstDash val="solid"/>
            <a:round/>
            <a:headEnd type="none" w="sm" len="sm"/>
            <a:tailEnd type="none" w="sm" len="sm"/>
          </a:ln>
        </p:spPr>
      </p:cxnSp>
      <p:cxnSp>
        <p:nvCxnSpPr>
          <p:cNvPr id="71" name="Google Shape;71;p10"/>
          <p:cNvCxnSpPr/>
          <p:nvPr/>
        </p:nvCxnSpPr>
        <p:spPr>
          <a:xfrm>
            <a:off x="6054530" y="1715106"/>
            <a:ext cx="0" cy="2614500"/>
          </a:xfrm>
          <a:prstGeom prst="straightConnector1">
            <a:avLst/>
          </a:prstGeom>
          <a:noFill/>
          <a:ln w="19050" cap="flat" cmpd="sng">
            <a:solidFill>
              <a:srgbClr val="000000"/>
            </a:solidFill>
            <a:prstDash val="solid"/>
            <a:round/>
            <a:headEnd type="none" w="sm" len="sm"/>
            <a:tailEnd type="none" w="sm" len="sm"/>
          </a:ln>
        </p:spPr>
      </p:cxnSp>
      <p:sp>
        <p:nvSpPr>
          <p:cNvPr id="72" name="Google Shape;72;p10"/>
          <p:cNvSpPr/>
          <p:nvPr/>
        </p:nvSpPr>
        <p:spPr>
          <a:xfrm rot="5400000">
            <a:off x="7706897" y="-582854"/>
            <a:ext cx="3524604" cy="1928919"/>
          </a:xfrm>
          <a:custGeom>
            <a:avLst/>
            <a:gdLst/>
            <a:ahLst/>
            <a:cxnLst/>
            <a:rect l="l" t="t" r="r" b="b"/>
            <a:pathLst>
              <a:path w="7049207" h="3857839" extrusionOk="0">
                <a:moveTo>
                  <a:pt x="0" y="0"/>
                </a:moveTo>
                <a:lnTo>
                  <a:pt x="7049207" y="0"/>
                </a:lnTo>
                <a:lnTo>
                  <a:pt x="7049207" y="3857839"/>
                </a:lnTo>
                <a:lnTo>
                  <a:pt x="0" y="3857839"/>
                </a:lnTo>
                <a:lnTo>
                  <a:pt x="0" y="0"/>
                </a:lnTo>
                <a:close/>
              </a:path>
            </a:pathLst>
          </a:custGeom>
          <a:blipFill rotWithShape="1">
            <a:blip r:embed="rId3">
              <a:alphaModFix/>
            </a:blip>
            <a:stretch>
              <a:fillRect/>
            </a:stretch>
          </a:blipFill>
          <a:ln>
            <a:noFill/>
          </a:ln>
        </p:spPr>
      </p:sp>
      <p:sp>
        <p:nvSpPr>
          <p:cNvPr id="73" name="Google Shape;73;p10"/>
          <p:cNvSpPr/>
          <p:nvPr/>
        </p:nvSpPr>
        <p:spPr>
          <a:xfrm rot="5400000">
            <a:off x="-2092884" y="-582854"/>
            <a:ext cx="3524604" cy="1928920"/>
          </a:xfrm>
          <a:custGeom>
            <a:avLst/>
            <a:gdLst/>
            <a:ahLst/>
            <a:cxnLst/>
            <a:rect l="l" t="t" r="r" b="b"/>
            <a:pathLst>
              <a:path w="7049207" h="3857839" extrusionOk="0">
                <a:moveTo>
                  <a:pt x="0" y="0"/>
                </a:moveTo>
                <a:lnTo>
                  <a:pt x="7049207" y="0"/>
                </a:lnTo>
                <a:lnTo>
                  <a:pt x="7049207" y="3857839"/>
                </a:lnTo>
                <a:lnTo>
                  <a:pt x="0" y="3857839"/>
                </a:lnTo>
                <a:lnTo>
                  <a:pt x="0" y="0"/>
                </a:lnTo>
                <a:close/>
              </a:path>
            </a:pathLst>
          </a:custGeom>
          <a:blipFill rotWithShape="1">
            <a:blip r:embed="rId3">
              <a:alphaModFix/>
            </a:blip>
            <a:stretch>
              <a:fillRect/>
            </a:stretch>
          </a:blipFill>
          <a:ln>
            <a:no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2" name="Google Shape;82;p12"/>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3" name="Google Shape;83;p12"/>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4"/>
        <p:cNvGrpSpPr/>
        <p:nvPr/>
      </p:nvGrpSpPr>
      <p:grpSpPr>
        <a:xfrm>
          <a:off x="0" y="0"/>
          <a:ext cx="0" cy="0"/>
          <a:chOff x="0" y="0"/>
          <a:chExt cx="0" cy="0"/>
        </a:xfrm>
      </p:grpSpPr>
      <p:sp>
        <p:nvSpPr>
          <p:cNvPr id="85" name="Google Shape;85;p13"/>
          <p:cNvSpPr txBox="1">
            <a:spLocks noGrp="1"/>
          </p:cNvSpPr>
          <p:nvPr>
            <p:ph type="ctrTitle"/>
          </p:nvPr>
        </p:nvSpPr>
        <p:spPr>
          <a:xfrm>
            <a:off x="342900" y="1065213"/>
            <a:ext cx="3886200" cy="735013"/>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86" name="Google Shape;86;p13"/>
          <p:cNvSpPr txBox="1">
            <a:spLocks noGrp="1"/>
          </p:cNvSpPr>
          <p:nvPr>
            <p:ph type="subTitle" idx="1"/>
          </p:nvPr>
        </p:nvSpPr>
        <p:spPr>
          <a:xfrm>
            <a:off x="685800" y="1943100"/>
            <a:ext cx="3200400" cy="876300"/>
          </a:xfrm>
          <a:prstGeom prst="rect">
            <a:avLst/>
          </a:prstGeom>
          <a:noFill/>
          <a:ln>
            <a:noFill/>
          </a:ln>
        </p:spPr>
        <p:txBody>
          <a:bodyPr spcFirstLastPara="1" wrap="square" lIns="45725" tIns="22850" rIns="45725" bIns="22850" anchor="t" anchorCtr="0">
            <a:normAutofit/>
          </a:bodyPr>
          <a:lstStyle>
            <a:lvl1pPr lvl="0" algn="ctr">
              <a:spcBef>
                <a:spcPts val="300"/>
              </a:spcBef>
              <a:spcAft>
                <a:spcPts val="0"/>
              </a:spcAft>
              <a:buClr>
                <a:srgbClr val="888888"/>
              </a:buClr>
              <a:buSzPts val="1600"/>
              <a:buNone/>
              <a:defRPr>
                <a:solidFill>
                  <a:srgbClr val="888888"/>
                </a:solidFill>
              </a:defRPr>
            </a:lvl1pPr>
            <a:lvl2pPr lvl="1" algn="ctr">
              <a:spcBef>
                <a:spcPts val="300"/>
              </a:spcBef>
              <a:spcAft>
                <a:spcPts val="0"/>
              </a:spcAft>
              <a:buClr>
                <a:srgbClr val="888888"/>
              </a:buClr>
              <a:buSzPts val="1400"/>
              <a:buNone/>
              <a:defRPr>
                <a:solidFill>
                  <a:srgbClr val="888888"/>
                </a:solidFill>
              </a:defRPr>
            </a:lvl2pPr>
            <a:lvl3pPr lvl="2" algn="ctr">
              <a:spcBef>
                <a:spcPts val="200"/>
              </a:spcBef>
              <a:spcAft>
                <a:spcPts val="0"/>
              </a:spcAft>
              <a:buClr>
                <a:srgbClr val="888888"/>
              </a:buClr>
              <a:buSzPts val="1200"/>
              <a:buNone/>
              <a:defRPr>
                <a:solidFill>
                  <a:srgbClr val="888888"/>
                </a:solidFill>
              </a:defRPr>
            </a:lvl3pPr>
            <a:lvl4pPr lvl="3" algn="ctr">
              <a:spcBef>
                <a:spcPts val="200"/>
              </a:spcBef>
              <a:spcAft>
                <a:spcPts val="0"/>
              </a:spcAft>
              <a:buClr>
                <a:srgbClr val="888888"/>
              </a:buClr>
              <a:buSzPts val="1000"/>
              <a:buNone/>
              <a:defRPr>
                <a:solidFill>
                  <a:srgbClr val="888888"/>
                </a:solidFill>
              </a:defRPr>
            </a:lvl4pPr>
            <a:lvl5pPr lvl="4" algn="ctr">
              <a:spcBef>
                <a:spcPts val="200"/>
              </a:spcBef>
              <a:spcAft>
                <a:spcPts val="0"/>
              </a:spcAft>
              <a:buClr>
                <a:srgbClr val="888888"/>
              </a:buClr>
              <a:buSzPts val="1000"/>
              <a:buNone/>
              <a:defRPr>
                <a:solidFill>
                  <a:srgbClr val="888888"/>
                </a:solidFill>
              </a:defRPr>
            </a:lvl5pPr>
            <a:lvl6pPr lvl="5" algn="ctr">
              <a:spcBef>
                <a:spcPts val="200"/>
              </a:spcBef>
              <a:spcAft>
                <a:spcPts val="0"/>
              </a:spcAft>
              <a:buClr>
                <a:srgbClr val="888888"/>
              </a:buClr>
              <a:buSzPts val="1000"/>
              <a:buNone/>
              <a:defRPr>
                <a:solidFill>
                  <a:srgbClr val="888888"/>
                </a:solidFill>
              </a:defRPr>
            </a:lvl6pPr>
            <a:lvl7pPr lvl="6" algn="ctr">
              <a:spcBef>
                <a:spcPts val="200"/>
              </a:spcBef>
              <a:spcAft>
                <a:spcPts val="0"/>
              </a:spcAft>
              <a:buClr>
                <a:srgbClr val="888888"/>
              </a:buClr>
              <a:buSzPts val="1000"/>
              <a:buNone/>
              <a:defRPr>
                <a:solidFill>
                  <a:srgbClr val="888888"/>
                </a:solidFill>
              </a:defRPr>
            </a:lvl7pPr>
            <a:lvl8pPr lvl="7" algn="ctr">
              <a:spcBef>
                <a:spcPts val="200"/>
              </a:spcBef>
              <a:spcAft>
                <a:spcPts val="0"/>
              </a:spcAft>
              <a:buClr>
                <a:srgbClr val="888888"/>
              </a:buClr>
              <a:buSzPts val="1000"/>
              <a:buNone/>
              <a:defRPr>
                <a:solidFill>
                  <a:srgbClr val="888888"/>
                </a:solidFill>
              </a:defRPr>
            </a:lvl8pPr>
            <a:lvl9pPr lvl="8" algn="ctr">
              <a:spcBef>
                <a:spcPts val="200"/>
              </a:spcBef>
              <a:spcAft>
                <a:spcPts val="0"/>
              </a:spcAft>
              <a:buClr>
                <a:srgbClr val="888888"/>
              </a:buClr>
              <a:buSzPts val="1000"/>
              <a:buNone/>
              <a:defRPr>
                <a:solidFill>
                  <a:srgbClr val="888888"/>
                </a:solidFill>
              </a:defRPr>
            </a:lvl9pPr>
          </a:lstStyle>
          <a:p>
            <a:endParaRPr/>
          </a:p>
        </p:txBody>
      </p:sp>
      <p:sp>
        <p:nvSpPr>
          <p:cNvPr id="87" name="Google Shape;87;p13"/>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8" name="Google Shape;88;p13"/>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89" name="Google Shape;89;p13"/>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92" name="Google Shape;92;p14"/>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93" name="Google Shape;93;p14"/>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4" name="Google Shape;94;p14"/>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95" name="Google Shape;95;p14"/>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6"/>
        <p:cNvGrpSpPr/>
        <p:nvPr/>
      </p:nvGrpSpPr>
      <p:grpSpPr>
        <a:xfrm>
          <a:off x="0" y="0"/>
          <a:ext cx="0" cy="0"/>
          <a:chOff x="0" y="0"/>
          <a:chExt cx="0" cy="0"/>
        </a:xfrm>
      </p:grpSpPr>
      <p:sp>
        <p:nvSpPr>
          <p:cNvPr id="97" name="Google Shape;97;p15"/>
          <p:cNvSpPr txBox="1">
            <a:spLocks noGrp="1"/>
          </p:cNvSpPr>
          <p:nvPr>
            <p:ph type="title"/>
          </p:nvPr>
        </p:nvSpPr>
        <p:spPr>
          <a:xfrm>
            <a:off x="361156" y="2203450"/>
            <a:ext cx="3886200" cy="681038"/>
          </a:xfrm>
          <a:prstGeom prst="rect">
            <a:avLst/>
          </a:prstGeom>
          <a:noFill/>
          <a:ln>
            <a:noFill/>
          </a:ln>
        </p:spPr>
        <p:txBody>
          <a:bodyPr spcFirstLastPara="1" wrap="square" lIns="45725" tIns="22850" rIns="45725" bIns="22850" anchor="t" anchorCtr="0">
            <a:normAutofit/>
          </a:bodyPr>
          <a:lstStyle>
            <a:lvl1pPr lvl="0" algn="l">
              <a:spcBef>
                <a:spcPts val="0"/>
              </a:spcBef>
              <a:spcAft>
                <a:spcPts val="0"/>
              </a:spcAft>
              <a:buClr>
                <a:schemeClr val="dk1"/>
              </a:buClr>
              <a:buSzPts val="2000"/>
              <a:buFont typeface="Calibri"/>
              <a:buNone/>
              <a:defRPr sz="2000" b="1" cap="none"/>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98" name="Google Shape;98;p15"/>
          <p:cNvSpPr txBox="1">
            <a:spLocks noGrp="1"/>
          </p:cNvSpPr>
          <p:nvPr>
            <p:ph type="body" idx="1"/>
          </p:nvPr>
        </p:nvSpPr>
        <p:spPr>
          <a:xfrm>
            <a:off x="361156" y="1453357"/>
            <a:ext cx="3886200" cy="750094"/>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rgbClr val="888888"/>
              </a:buClr>
              <a:buSzPts val="1000"/>
              <a:buNone/>
              <a:defRPr sz="1000">
                <a:solidFill>
                  <a:srgbClr val="888888"/>
                </a:solidFill>
              </a:defRPr>
            </a:lvl1pPr>
            <a:lvl2pPr marL="914400" lvl="1" indent="-228600" algn="l">
              <a:spcBef>
                <a:spcPts val="200"/>
              </a:spcBef>
              <a:spcAft>
                <a:spcPts val="0"/>
              </a:spcAft>
              <a:buClr>
                <a:srgbClr val="888888"/>
              </a:buClr>
              <a:buSzPts val="900"/>
              <a:buNone/>
              <a:defRPr sz="900">
                <a:solidFill>
                  <a:srgbClr val="888888"/>
                </a:solidFill>
              </a:defRPr>
            </a:lvl2pPr>
            <a:lvl3pPr marL="1371600" lvl="2" indent="-228600" algn="l">
              <a:spcBef>
                <a:spcPts val="200"/>
              </a:spcBef>
              <a:spcAft>
                <a:spcPts val="0"/>
              </a:spcAft>
              <a:buClr>
                <a:srgbClr val="888888"/>
              </a:buClr>
              <a:buSzPts val="800"/>
              <a:buNone/>
              <a:defRPr sz="800">
                <a:solidFill>
                  <a:srgbClr val="888888"/>
                </a:solidFill>
              </a:defRPr>
            </a:lvl3pPr>
            <a:lvl4pPr marL="1828800" lvl="3" indent="-228600" algn="l">
              <a:spcBef>
                <a:spcPts val="100"/>
              </a:spcBef>
              <a:spcAft>
                <a:spcPts val="0"/>
              </a:spcAft>
              <a:buClr>
                <a:srgbClr val="888888"/>
              </a:buClr>
              <a:buSzPts val="700"/>
              <a:buNone/>
              <a:defRPr sz="700">
                <a:solidFill>
                  <a:srgbClr val="888888"/>
                </a:solidFill>
              </a:defRPr>
            </a:lvl4pPr>
            <a:lvl5pPr marL="2286000" lvl="4" indent="-228600" algn="l">
              <a:spcBef>
                <a:spcPts val="100"/>
              </a:spcBef>
              <a:spcAft>
                <a:spcPts val="0"/>
              </a:spcAft>
              <a:buClr>
                <a:srgbClr val="888888"/>
              </a:buClr>
              <a:buSzPts val="700"/>
              <a:buNone/>
              <a:defRPr sz="700">
                <a:solidFill>
                  <a:srgbClr val="888888"/>
                </a:solidFill>
              </a:defRPr>
            </a:lvl5pPr>
            <a:lvl6pPr marL="2743200" lvl="5" indent="-228600" algn="l">
              <a:spcBef>
                <a:spcPts val="100"/>
              </a:spcBef>
              <a:spcAft>
                <a:spcPts val="0"/>
              </a:spcAft>
              <a:buClr>
                <a:srgbClr val="888888"/>
              </a:buClr>
              <a:buSzPts val="700"/>
              <a:buNone/>
              <a:defRPr sz="700">
                <a:solidFill>
                  <a:srgbClr val="888888"/>
                </a:solidFill>
              </a:defRPr>
            </a:lvl6pPr>
            <a:lvl7pPr marL="3200400" lvl="6" indent="-228600" algn="l">
              <a:spcBef>
                <a:spcPts val="100"/>
              </a:spcBef>
              <a:spcAft>
                <a:spcPts val="0"/>
              </a:spcAft>
              <a:buClr>
                <a:srgbClr val="888888"/>
              </a:buClr>
              <a:buSzPts val="700"/>
              <a:buNone/>
              <a:defRPr sz="700">
                <a:solidFill>
                  <a:srgbClr val="888888"/>
                </a:solidFill>
              </a:defRPr>
            </a:lvl7pPr>
            <a:lvl8pPr marL="3657600" lvl="7" indent="-228600" algn="l">
              <a:spcBef>
                <a:spcPts val="100"/>
              </a:spcBef>
              <a:spcAft>
                <a:spcPts val="0"/>
              </a:spcAft>
              <a:buClr>
                <a:srgbClr val="888888"/>
              </a:buClr>
              <a:buSzPts val="700"/>
              <a:buNone/>
              <a:defRPr sz="700">
                <a:solidFill>
                  <a:srgbClr val="888888"/>
                </a:solidFill>
              </a:defRPr>
            </a:lvl8pPr>
            <a:lvl9pPr marL="4114800" lvl="8" indent="-228600" algn="l">
              <a:spcBef>
                <a:spcPts val="100"/>
              </a:spcBef>
              <a:spcAft>
                <a:spcPts val="0"/>
              </a:spcAft>
              <a:buClr>
                <a:srgbClr val="888888"/>
              </a:buClr>
              <a:buSzPts val="700"/>
              <a:buNone/>
              <a:defRPr sz="700">
                <a:solidFill>
                  <a:srgbClr val="888888"/>
                </a:solidFill>
              </a:defRPr>
            </a:lvl9pPr>
          </a:lstStyle>
          <a:p>
            <a:endParaRPr/>
          </a:p>
        </p:txBody>
      </p:sp>
      <p:sp>
        <p:nvSpPr>
          <p:cNvPr id="99" name="Google Shape;99;p15"/>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0" name="Google Shape;100;p15"/>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1" name="Google Shape;101;p15"/>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2"/>
        <p:cNvGrpSpPr/>
        <p:nvPr/>
      </p:nvGrpSpPr>
      <p:grpSpPr>
        <a:xfrm>
          <a:off x="0" y="0"/>
          <a:ext cx="0" cy="0"/>
          <a:chOff x="0" y="0"/>
          <a:chExt cx="0" cy="0"/>
        </a:xfrm>
      </p:grpSpPr>
      <p:sp>
        <p:nvSpPr>
          <p:cNvPr id="103" name="Google Shape;103;p16"/>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04" name="Google Shape;104;p16"/>
          <p:cNvSpPr txBox="1">
            <a:spLocks noGrp="1"/>
          </p:cNvSpPr>
          <p:nvPr>
            <p:ph type="body" idx="1"/>
          </p:nvPr>
        </p:nvSpPr>
        <p:spPr>
          <a:xfrm>
            <a:off x="2286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105" name="Google Shape;105;p16"/>
          <p:cNvSpPr txBox="1">
            <a:spLocks noGrp="1"/>
          </p:cNvSpPr>
          <p:nvPr>
            <p:ph type="body" idx="2"/>
          </p:nvPr>
        </p:nvSpPr>
        <p:spPr>
          <a:xfrm>
            <a:off x="2324100" y="800100"/>
            <a:ext cx="2019300" cy="2262982"/>
          </a:xfrm>
          <a:prstGeom prst="rect">
            <a:avLst/>
          </a:prstGeom>
          <a:noFill/>
          <a:ln>
            <a:noFill/>
          </a:ln>
        </p:spPr>
        <p:txBody>
          <a:bodyPr spcFirstLastPara="1" wrap="square" lIns="45725" tIns="22850" rIns="45725" bIns="22850" anchor="t" anchorCtr="0">
            <a:normAutofit/>
          </a:bodyPr>
          <a:lstStyle>
            <a:lvl1pPr marL="457200" lvl="0" indent="-317500" algn="l">
              <a:spcBef>
                <a:spcPts val="300"/>
              </a:spcBef>
              <a:spcAft>
                <a:spcPts val="0"/>
              </a:spcAft>
              <a:buClr>
                <a:schemeClr val="dk1"/>
              </a:buClr>
              <a:buSzPts val="1400"/>
              <a:buChar char="•"/>
              <a:defRPr sz="1400"/>
            </a:lvl1pPr>
            <a:lvl2pPr marL="914400" lvl="1" indent="-304800" algn="l">
              <a:spcBef>
                <a:spcPts val="200"/>
              </a:spcBef>
              <a:spcAft>
                <a:spcPts val="0"/>
              </a:spcAft>
              <a:buClr>
                <a:schemeClr val="dk1"/>
              </a:buClr>
              <a:buSzPts val="1200"/>
              <a:buChar char="–"/>
              <a:defRPr sz="1200"/>
            </a:lvl2pPr>
            <a:lvl3pPr marL="1371600" lvl="2" indent="-292100" algn="l">
              <a:spcBef>
                <a:spcPts val="200"/>
              </a:spcBef>
              <a:spcAft>
                <a:spcPts val="0"/>
              </a:spcAft>
              <a:buClr>
                <a:schemeClr val="dk1"/>
              </a:buClr>
              <a:buSzPts val="1000"/>
              <a:buChar char="•"/>
              <a:defRPr sz="1000"/>
            </a:lvl3pPr>
            <a:lvl4pPr marL="1828800" lvl="3" indent="-285750" algn="l">
              <a:spcBef>
                <a:spcPts val="200"/>
              </a:spcBef>
              <a:spcAft>
                <a:spcPts val="0"/>
              </a:spcAft>
              <a:buClr>
                <a:schemeClr val="dk1"/>
              </a:buClr>
              <a:buSzPts val="900"/>
              <a:buChar char="–"/>
              <a:defRPr sz="900"/>
            </a:lvl4pPr>
            <a:lvl5pPr marL="2286000" lvl="4" indent="-285750" algn="l">
              <a:spcBef>
                <a:spcPts val="200"/>
              </a:spcBef>
              <a:spcAft>
                <a:spcPts val="0"/>
              </a:spcAft>
              <a:buClr>
                <a:schemeClr val="dk1"/>
              </a:buClr>
              <a:buSzPts val="900"/>
              <a:buChar char="»"/>
              <a:defRPr sz="900"/>
            </a:lvl5pPr>
            <a:lvl6pPr marL="2743200" lvl="5" indent="-285750" algn="l">
              <a:spcBef>
                <a:spcPts val="200"/>
              </a:spcBef>
              <a:spcAft>
                <a:spcPts val="0"/>
              </a:spcAft>
              <a:buClr>
                <a:schemeClr val="dk1"/>
              </a:buClr>
              <a:buSzPts val="900"/>
              <a:buChar char="•"/>
              <a:defRPr sz="900"/>
            </a:lvl6pPr>
            <a:lvl7pPr marL="3200400" lvl="6" indent="-285750" algn="l">
              <a:spcBef>
                <a:spcPts val="200"/>
              </a:spcBef>
              <a:spcAft>
                <a:spcPts val="0"/>
              </a:spcAft>
              <a:buClr>
                <a:schemeClr val="dk1"/>
              </a:buClr>
              <a:buSzPts val="900"/>
              <a:buChar char="•"/>
              <a:defRPr sz="900"/>
            </a:lvl7pPr>
            <a:lvl8pPr marL="3657600" lvl="7" indent="-285750" algn="l">
              <a:spcBef>
                <a:spcPts val="200"/>
              </a:spcBef>
              <a:spcAft>
                <a:spcPts val="0"/>
              </a:spcAft>
              <a:buClr>
                <a:schemeClr val="dk1"/>
              </a:buClr>
              <a:buSzPts val="900"/>
              <a:buChar char="•"/>
              <a:defRPr sz="900"/>
            </a:lvl8pPr>
            <a:lvl9pPr marL="4114800" lvl="8" indent="-285750" algn="l">
              <a:spcBef>
                <a:spcPts val="200"/>
              </a:spcBef>
              <a:spcAft>
                <a:spcPts val="0"/>
              </a:spcAft>
              <a:buClr>
                <a:schemeClr val="dk1"/>
              </a:buClr>
              <a:buSzPts val="900"/>
              <a:buChar char="•"/>
              <a:defRPr sz="900"/>
            </a:lvl9pPr>
          </a:lstStyle>
          <a:p>
            <a:endParaRPr/>
          </a:p>
        </p:txBody>
      </p:sp>
      <p:sp>
        <p:nvSpPr>
          <p:cNvPr id="106" name="Google Shape;106;p16"/>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7" name="Google Shape;107;p16"/>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08" name="Google Shape;108;p16"/>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2200"/>
              <a:buFont typeface="Calibri"/>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11" name="Google Shape;111;p17"/>
          <p:cNvSpPr txBox="1">
            <a:spLocks noGrp="1"/>
          </p:cNvSpPr>
          <p:nvPr>
            <p:ph type="body" idx="1"/>
          </p:nvPr>
        </p:nvSpPr>
        <p:spPr>
          <a:xfrm>
            <a:off x="228600" y="767556"/>
            <a:ext cx="2020094"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112" name="Google Shape;112;p17"/>
          <p:cNvSpPr txBox="1">
            <a:spLocks noGrp="1"/>
          </p:cNvSpPr>
          <p:nvPr>
            <p:ph type="body" idx="2"/>
          </p:nvPr>
        </p:nvSpPr>
        <p:spPr>
          <a:xfrm>
            <a:off x="228600" y="1087438"/>
            <a:ext cx="2020094"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113" name="Google Shape;113;p17"/>
          <p:cNvSpPr txBox="1">
            <a:spLocks noGrp="1"/>
          </p:cNvSpPr>
          <p:nvPr>
            <p:ph type="body" idx="3"/>
          </p:nvPr>
        </p:nvSpPr>
        <p:spPr>
          <a:xfrm>
            <a:off x="2322513" y="767556"/>
            <a:ext cx="2020888" cy="319881"/>
          </a:xfrm>
          <a:prstGeom prst="rect">
            <a:avLst/>
          </a:prstGeom>
          <a:noFill/>
          <a:ln>
            <a:noFill/>
          </a:ln>
        </p:spPr>
        <p:txBody>
          <a:bodyPr spcFirstLastPara="1" wrap="square" lIns="45725" tIns="22850" rIns="45725" bIns="22850" anchor="b" anchorCtr="0">
            <a:normAutofit/>
          </a:bodyPr>
          <a:lstStyle>
            <a:lvl1pPr marL="457200" lvl="0" indent="-228600" algn="l">
              <a:spcBef>
                <a:spcPts val="200"/>
              </a:spcBef>
              <a:spcAft>
                <a:spcPts val="0"/>
              </a:spcAft>
              <a:buClr>
                <a:schemeClr val="dk1"/>
              </a:buClr>
              <a:buSzPts val="1200"/>
              <a:buNone/>
              <a:defRPr sz="1200" b="1"/>
            </a:lvl1pPr>
            <a:lvl2pPr marL="914400" lvl="1" indent="-228600" algn="l">
              <a:spcBef>
                <a:spcPts val="200"/>
              </a:spcBef>
              <a:spcAft>
                <a:spcPts val="0"/>
              </a:spcAft>
              <a:buClr>
                <a:schemeClr val="dk1"/>
              </a:buClr>
              <a:buSzPts val="1000"/>
              <a:buNone/>
              <a:defRPr sz="1000" b="1"/>
            </a:lvl2pPr>
            <a:lvl3pPr marL="1371600" lvl="2" indent="-228600" algn="l">
              <a:spcBef>
                <a:spcPts val="200"/>
              </a:spcBef>
              <a:spcAft>
                <a:spcPts val="0"/>
              </a:spcAft>
              <a:buClr>
                <a:schemeClr val="dk1"/>
              </a:buClr>
              <a:buSzPts val="900"/>
              <a:buNone/>
              <a:defRPr sz="900" b="1"/>
            </a:lvl3pPr>
            <a:lvl4pPr marL="1828800" lvl="3" indent="-228600" algn="l">
              <a:spcBef>
                <a:spcPts val="200"/>
              </a:spcBef>
              <a:spcAft>
                <a:spcPts val="0"/>
              </a:spcAft>
              <a:buClr>
                <a:schemeClr val="dk1"/>
              </a:buClr>
              <a:buSzPts val="800"/>
              <a:buNone/>
              <a:defRPr sz="800" b="1"/>
            </a:lvl4pPr>
            <a:lvl5pPr marL="2286000" lvl="4" indent="-228600" algn="l">
              <a:spcBef>
                <a:spcPts val="200"/>
              </a:spcBef>
              <a:spcAft>
                <a:spcPts val="0"/>
              </a:spcAft>
              <a:buClr>
                <a:schemeClr val="dk1"/>
              </a:buClr>
              <a:buSzPts val="800"/>
              <a:buNone/>
              <a:defRPr sz="800" b="1"/>
            </a:lvl5pPr>
            <a:lvl6pPr marL="2743200" lvl="5" indent="-228600" algn="l">
              <a:spcBef>
                <a:spcPts val="200"/>
              </a:spcBef>
              <a:spcAft>
                <a:spcPts val="0"/>
              </a:spcAft>
              <a:buClr>
                <a:schemeClr val="dk1"/>
              </a:buClr>
              <a:buSzPts val="800"/>
              <a:buNone/>
              <a:defRPr sz="800" b="1"/>
            </a:lvl6pPr>
            <a:lvl7pPr marL="3200400" lvl="6" indent="-228600" algn="l">
              <a:spcBef>
                <a:spcPts val="200"/>
              </a:spcBef>
              <a:spcAft>
                <a:spcPts val="0"/>
              </a:spcAft>
              <a:buClr>
                <a:schemeClr val="dk1"/>
              </a:buClr>
              <a:buSzPts val="800"/>
              <a:buNone/>
              <a:defRPr sz="800" b="1"/>
            </a:lvl7pPr>
            <a:lvl8pPr marL="3657600" lvl="7" indent="-228600" algn="l">
              <a:spcBef>
                <a:spcPts val="200"/>
              </a:spcBef>
              <a:spcAft>
                <a:spcPts val="0"/>
              </a:spcAft>
              <a:buClr>
                <a:schemeClr val="dk1"/>
              </a:buClr>
              <a:buSzPts val="800"/>
              <a:buNone/>
              <a:defRPr sz="800" b="1"/>
            </a:lvl8pPr>
            <a:lvl9pPr marL="4114800" lvl="8" indent="-228600" algn="l">
              <a:spcBef>
                <a:spcPts val="200"/>
              </a:spcBef>
              <a:spcAft>
                <a:spcPts val="0"/>
              </a:spcAft>
              <a:buClr>
                <a:schemeClr val="dk1"/>
              </a:buClr>
              <a:buSzPts val="800"/>
              <a:buNone/>
              <a:defRPr sz="800" b="1"/>
            </a:lvl9pPr>
          </a:lstStyle>
          <a:p>
            <a:endParaRPr/>
          </a:p>
        </p:txBody>
      </p:sp>
      <p:sp>
        <p:nvSpPr>
          <p:cNvPr id="114" name="Google Shape;114;p17"/>
          <p:cNvSpPr txBox="1">
            <a:spLocks noGrp="1"/>
          </p:cNvSpPr>
          <p:nvPr>
            <p:ph type="body" idx="4"/>
          </p:nvPr>
        </p:nvSpPr>
        <p:spPr>
          <a:xfrm>
            <a:off x="2322513" y="1087438"/>
            <a:ext cx="2020888" cy="1975644"/>
          </a:xfrm>
          <a:prstGeom prst="rect">
            <a:avLst/>
          </a:prstGeom>
          <a:noFill/>
          <a:ln>
            <a:noFill/>
          </a:ln>
        </p:spPr>
        <p:txBody>
          <a:bodyPr spcFirstLastPara="1" wrap="square" lIns="45725" tIns="22850" rIns="45725" bIns="22850" anchor="t" anchorCtr="0">
            <a:normAutofit/>
          </a:bodyPr>
          <a:lstStyle>
            <a:lvl1pPr marL="457200" lvl="0" indent="-304800" algn="l">
              <a:spcBef>
                <a:spcPts val="200"/>
              </a:spcBef>
              <a:spcAft>
                <a:spcPts val="0"/>
              </a:spcAft>
              <a:buClr>
                <a:schemeClr val="dk1"/>
              </a:buClr>
              <a:buSzPts val="1200"/>
              <a:buChar char="•"/>
              <a:defRPr sz="1200"/>
            </a:lvl1pPr>
            <a:lvl2pPr marL="914400" lvl="1" indent="-292100" algn="l">
              <a:spcBef>
                <a:spcPts val="200"/>
              </a:spcBef>
              <a:spcAft>
                <a:spcPts val="0"/>
              </a:spcAft>
              <a:buClr>
                <a:schemeClr val="dk1"/>
              </a:buClr>
              <a:buSzPts val="1000"/>
              <a:buChar char="–"/>
              <a:defRPr sz="1000"/>
            </a:lvl2pPr>
            <a:lvl3pPr marL="1371600" lvl="2" indent="-285750" algn="l">
              <a:spcBef>
                <a:spcPts val="200"/>
              </a:spcBef>
              <a:spcAft>
                <a:spcPts val="0"/>
              </a:spcAft>
              <a:buClr>
                <a:schemeClr val="dk1"/>
              </a:buClr>
              <a:buSzPts val="900"/>
              <a:buChar char="•"/>
              <a:defRPr sz="900"/>
            </a:lvl3pPr>
            <a:lvl4pPr marL="1828800" lvl="3" indent="-279400" algn="l">
              <a:spcBef>
                <a:spcPts val="200"/>
              </a:spcBef>
              <a:spcAft>
                <a:spcPts val="0"/>
              </a:spcAft>
              <a:buClr>
                <a:schemeClr val="dk1"/>
              </a:buClr>
              <a:buSzPts val="800"/>
              <a:buChar char="–"/>
              <a:defRPr sz="800"/>
            </a:lvl4pPr>
            <a:lvl5pPr marL="2286000" lvl="4" indent="-279400" algn="l">
              <a:spcBef>
                <a:spcPts val="200"/>
              </a:spcBef>
              <a:spcAft>
                <a:spcPts val="0"/>
              </a:spcAft>
              <a:buClr>
                <a:schemeClr val="dk1"/>
              </a:buClr>
              <a:buSzPts val="800"/>
              <a:buChar char="»"/>
              <a:defRPr sz="800"/>
            </a:lvl5pPr>
            <a:lvl6pPr marL="2743200" lvl="5" indent="-279400" algn="l">
              <a:spcBef>
                <a:spcPts val="200"/>
              </a:spcBef>
              <a:spcAft>
                <a:spcPts val="0"/>
              </a:spcAft>
              <a:buClr>
                <a:schemeClr val="dk1"/>
              </a:buClr>
              <a:buSzPts val="800"/>
              <a:buChar char="•"/>
              <a:defRPr sz="800"/>
            </a:lvl6pPr>
            <a:lvl7pPr marL="3200400" lvl="6" indent="-279400" algn="l">
              <a:spcBef>
                <a:spcPts val="200"/>
              </a:spcBef>
              <a:spcAft>
                <a:spcPts val="0"/>
              </a:spcAft>
              <a:buClr>
                <a:schemeClr val="dk1"/>
              </a:buClr>
              <a:buSzPts val="800"/>
              <a:buChar char="•"/>
              <a:defRPr sz="800"/>
            </a:lvl7pPr>
            <a:lvl8pPr marL="3657600" lvl="7" indent="-279400" algn="l">
              <a:spcBef>
                <a:spcPts val="200"/>
              </a:spcBef>
              <a:spcAft>
                <a:spcPts val="0"/>
              </a:spcAft>
              <a:buClr>
                <a:schemeClr val="dk1"/>
              </a:buClr>
              <a:buSzPts val="800"/>
              <a:buChar char="•"/>
              <a:defRPr sz="800"/>
            </a:lvl8pPr>
            <a:lvl9pPr marL="4114800" lvl="8" indent="-279400" algn="l">
              <a:spcBef>
                <a:spcPts val="200"/>
              </a:spcBef>
              <a:spcAft>
                <a:spcPts val="0"/>
              </a:spcAft>
              <a:buClr>
                <a:schemeClr val="dk1"/>
              </a:buClr>
              <a:buSzPts val="800"/>
              <a:buChar char="•"/>
              <a:defRPr sz="800"/>
            </a:lvl9pPr>
          </a:lstStyle>
          <a:p>
            <a:endParaRPr/>
          </a:p>
        </p:txBody>
      </p:sp>
      <p:sp>
        <p:nvSpPr>
          <p:cNvPr id="115" name="Google Shape;115;p17"/>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6" name="Google Shape;116;p17"/>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17" name="Google Shape;117;p17"/>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8"/>
        <p:cNvGrpSpPr/>
        <p:nvPr/>
      </p:nvGrpSpPr>
      <p:grpSpPr>
        <a:xfrm>
          <a:off x="0" y="0"/>
          <a:ext cx="0" cy="0"/>
          <a:chOff x="0" y="0"/>
          <a:chExt cx="0" cy="0"/>
        </a:xfrm>
      </p:grpSpPr>
      <p:sp>
        <p:nvSpPr>
          <p:cNvPr id="119" name="Google Shape;119;p18"/>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20" name="Google Shape;120;p18"/>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1" name="Google Shape;121;p18"/>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2" name="Google Shape;122;p18"/>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228600" y="136525"/>
            <a:ext cx="1504157" cy="581025"/>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25" name="Google Shape;125;p19"/>
          <p:cNvSpPr txBox="1">
            <a:spLocks noGrp="1"/>
          </p:cNvSpPr>
          <p:nvPr>
            <p:ph type="body" idx="1"/>
          </p:nvPr>
        </p:nvSpPr>
        <p:spPr>
          <a:xfrm>
            <a:off x="1787525" y="136525"/>
            <a:ext cx="2555875" cy="2926557"/>
          </a:xfrm>
          <a:prstGeom prst="rect">
            <a:avLst/>
          </a:prstGeom>
          <a:noFill/>
          <a:ln>
            <a:noFill/>
          </a:ln>
        </p:spPr>
        <p:txBody>
          <a:bodyPr spcFirstLastPara="1" wrap="square" lIns="45725" tIns="22850" rIns="45725" bIns="22850" anchor="t" anchorCtr="0">
            <a:normAutofit/>
          </a:bodyPr>
          <a:lstStyle>
            <a:lvl1pPr marL="457200" lvl="0" indent="-330200" algn="l">
              <a:spcBef>
                <a:spcPts val="300"/>
              </a:spcBef>
              <a:spcAft>
                <a:spcPts val="0"/>
              </a:spcAft>
              <a:buClr>
                <a:schemeClr val="dk1"/>
              </a:buClr>
              <a:buSzPts val="1600"/>
              <a:buChar char="•"/>
              <a:defRPr sz="1600"/>
            </a:lvl1pPr>
            <a:lvl2pPr marL="914400" lvl="1" indent="-317500" algn="l">
              <a:spcBef>
                <a:spcPts val="300"/>
              </a:spcBef>
              <a:spcAft>
                <a:spcPts val="0"/>
              </a:spcAft>
              <a:buClr>
                <a:schemeClr val="dk1"/>
              </a:buClr>
              <a:buSzPts val="1400"/>
              <a:buChar char="–"/>
              <a:defRPr sz="1400"/>
            </a:lvl2pPr>
            <a:lvl3pPr marL="1371600" lvl="2" indent="-304800" algn="l">
              <a:spcBef>
                <a:spcPts val="200"/>
              </a:spcBef>
              <a:spcAft>
                <a:spcPts val="0"/>
              </a:spcAft>
              <a:buClr>
                <a:schemeClr val="dk1"/>
              </a:buClr>
              <a:buSzPts val="1200"/>
              <a:buChar char="•"/>
              <a:defRPr sz="1200"/>
            </a:lvl3pPr>
            <a:lvl4pPr marL="1828800" lvl="3" indent="-292100" algn="l">
              <a:spcBef>
                <a:spcPts val="200"/>
              </a:spcBef>
              <a:spcAft>
                <a:spcPts val="0"/>
              </a:spcAft>
              <a:buClr>
                <a:schemeClr val="dk1"/>
              </a:buClr>
              <a:buSzPts val="1000"/>
              <a:buChar char="–"/>
              <a:defRPr sz="1000"/>
            </a:lvl4pPr>
            <a:lvl5pPr marL="2286000" lvl="4" indent="-292100" algn="l">
              <a:spcBef>
                <a:spcPts val="200"/>
              </a:spcBef>
              <a:spcAft>
                <a:spcPts val="0"/>
              </a:spcAft>
              <a:buClr>
                <a:schemeClr val="dk1"/>
              </a:buClr>
              <a:buSzPts val="1000"/>
              <a:buChar char="»"/>
              <a:defRPr sz="1000"/>
            </a:lvl5pPr>
            <a:lvl6pPr marL="2743200" lvl="5" indent="-292100" algn="l">
              <a:spcBef>
                <a:spcPts val="200"/>
              </a:spcBef>
              <a:spcAft>
                <a:spcPts val="0"/>
              </a:spcAft>
              <a:buClr>
                <a:schemeClr val="dk1"/>
              </a:buClr>
              <a:buSzPts val="1000"/>
              <a:buChar char="•"/>
              <a:defRPr sz="1000"/>
            </a:lvl6pPr>
            <a:lvl7pPr marL="3200400" lvl="6" indent="-292100" algn="l">
              <a:spcBef>
                <a:spcPts val="200"/>
              </a:spcBef>
              <a:spcAft>
                <a:spcPts val="0"/>
              </a:spcAft>
              <a:buClr>
                <a:schemeClr val="dk1"/>
              </a:buClr>
              <a:buSzPts val="1000"/>
              <a:buChar char="•"/>
              <a:defRPr sz="1000"/>
            </a:lvl7pPr>
            <a:lvl8pPr marL="3657600" lvl="7" indent="-292100" algn="l">
              <a:spcBef>
                <a:spcPts val="200"/>
              </a:spcBef>
              <a:spcAft>
                <a:spcPts val="0"/>
              </a:spcAft>
              <a:buClr>
                <a:schemeClr val="dk1"/>
              </a:buClr>
              <a:buSzPts val="1000"/>
              <a:buChar char="•"/>
              <a:defRPr sz="1000"/>
            </a:lvl8pPr>
            <a:lvl9pPr marL="4114800" lvl="8" indent="-292100" algn="l">
              <a:spcBef>
                <a:spcPts val="200"/>
              </a:spcBef>
              <a:spcAft>
                <a:spcPts val="0"/>
              </a:spcAft>
              <a:buClr>
                <a:schemeClr val="dk1"/>
              </a:buClr>
              <a:buSzPts val="1000"/>
              <a:buChar char="•"/>
              <a:defRPr sz="1000"/>
            </a:lvl9pPr>
          </a:lstStyle>
          <a:p>
            <a:endParaRPr/>
          </a:p>
        </p:txBody>
      </p:sp>
      <p:sp>
        <p:nvSpPr>
          <p:cNvPr id="126" name="Google Shape;126;p19"/>
          <p:cNvSpPr txBox="1">
            <a:spLocks noGrp="1"/>
          </p:cNvSpPr>
          <p:nvPr>
            <p:ph type="body" idx="2"/>
          </p:nvPr>
        </p:nvSpPr>
        <p:spPr>
          <a:xfrm>
            <a:off x="228600" y="717550"/>
            <a:ext cx="1504157" cy="2345532"/>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27" name="Google Shape;127;p19"/>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8" name="Google Shape;128;p19"/>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29" name="Google Shape;129;p19"/>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0"/>
        <p:cNvGrpSpPr/>
        <p:nvPr/>
      </p:nvGrpSpPr>
      <p:grpSpPr>
        <a:xfrm>
          <a:off x="0" y="0"/>
          <a:ext cx="0" cy="0"/>
          <a:chOff x="0" y="0"/>
          <a:chExt cx="0" cy="0"/>
        </a:xfrm>
      </p:grpSpPr>
      <p:sp>
        <p:nvSpPr>
          <p:cNvPr id="131" name="Google Shape;131;p20"/>
          <p:cNvSpPr txBox="1">
            <a:spLocks noGrp="1"/>
          </p:cNvSpPr>
          <p:nvPr>
            <p:ph type="title"/>
          </p:nvPr>
        </p:nvSpPr>
        <p:spPr>
          <a:xfrm>
            <a:off x="896144" y="2400300"/>
            <a:ext cx="2743200" cy="283369"/>
          </a:xfrm>
          <a:prstGeom prst="rect">
            <a:avLst/>
          </a:prstGeom>
          <a:noFill/>
          <a:ln>
            <a:noFill/>
          </a:ln>
        </p:spPr>
        <p:txBody>
          <a:bodyPr spcFirstLastPara="1" wrap="square" lIns="45725" tIns="22850" rIns="45725" bIns="22850" anchor="b" anchorCtr="0">
            <a:normAutofit/>
          </a:bodyPr>
          <a:lstStyle>
            <a:lvl1pPr lvl="0" algn="l">
              <a:spcBef>
                <a:spcPts val="0"/>
              </a:spcBef>
              <a:spcAft>
                <a:spcPts val="0"/>
              </a:spcAft>
              <a:buClr>
                <a:schemeClr val="dk1"/>
              </a:buClr>
              <a:buSzPts val="1000"/>
              <a:buFont typeface="Calibri"/>
              <a:buNone/>
              <a:defRPr sz="1000" b="1"/>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32" name="Google Shape;132;p20"/>
          <p:cNvSpPr>
            <a:spLocks noGrp="1"/>
          </p:cNvSpPr>
          <p:nvPr>
            <p:ph type="pic" idx="2"/>
          </p:nvPr>
        </p:nvSpPr>
        <p:spPr>
          <a:xfrm>
            <a:off x="896144" y="306388"/>
            <a:ext cx="2743200" cy="2057400"/>
          </a:xfrm>
          <a:prstGeom prst="rect">
            <a:avLst/>
          </a:prstGeom>
          <a:noFill/>
          <a:ln>
            <a:noFill/>
          </a:ln>
        </p:spPr>
      </p:sp>
      <p:sp>
        <p:nvSpPr>
          <p:cNvPr id="133" name="Google Shape;133;p20"/>
          <p:cNvSpPr txBox="1">
            <a:spLocks noGrp="1"/>
          </p:cNvSpPr>
          <p:nvPr>
            <p:ph type="body" idx="1"/>
          </p:nvPr>
        </p:nvSpPr>
        <p:spPr>
          <a:xfrm>
            <a:off x="896144" y="2683669"/>
            <a:ext cx="2743200" cy="402431"/>
          </a:xfrm>
          <a:prstGeom prst="rect">
            <a:avLst/>
          </a:prstGeom>
          <a:noFill/>
          <a:ln>
            <a:noFill/>
          </a:ln>
        </p:spPr>
        <p:txBody>
          <a:bodyPr spcFirstLastPara="1" wrap="square" lIns="45725" tIns="22850" rIns="45725" bIns="22850" anchor="t" anchorCtr="0">
            <a:normAutofit/>
          </a:bodyPr>
          <a:lstStyle>
            <a:lvl1pPr marL="457200" lvl="0" indent="-228600" algn="l">
              <a:spcBef>
                <a:spcPts val="100"/>
              </a:spcBef>
              <a:spcAft>
                <a:spcPts val="0"/>
              </a:spcAft>
              <a:buClr>
                <a:schemeClr val="dk1"/>
              </a:buClr>
              <a:buSzPts val="700"/>
              <a:buNone/>
              <a:defRPr sz="700"/>
            </a:lvl1pPr>
            <a:lvl2pPr marL="914400" lvl="1" indent="-228600" algn="l">
              <a:spcBef>
                <a:spcPts val="100"/>
              </a:spcBef>
              <a:spcAft>
                <a:spcPts val="0"/>
              </a:spcAft>
              <a:buClr>
                <a:schemeClr val="dk1"/>
              </a:buClr>
              <a:buSzPts val="600"/>
              <a:buNone/>
              <a:defRPr sz="600"/>
            </a:lvl2pPr>
            <a:lvl3pPr marL="1371600" lvl="2" indent="-228600" algn="l">
              <a:spcBef>
                <a:spcPts val="100"/>
              </a:spcBef>
              <a:spcAft>
                <a:spcPts val="0"/>
              </a:spcAft>
              <a:buClr>
                <a:schemeClr val="dk1"/>
              </a:buClr>
              <a:buSzPts val="500"/>
              <a:buNone/>
              <a:defRPr sz="500"/>
            </a:lvl3pPr>
            <a:lvl4pPr marL="1828800" lvl="3" indent="-228600" algn="l">
              <a:spcBef>
                <a:spcPts val="100"/>
              </a:spcBef>
              <a:spcAft>
                <a:spcPts val="0"/>
              </a:spcAft>
              <a:buClr>
                <a:schemeClr val="dk1"/>
              </a:buClr>
              <a:buSzPts val="500"/>
              <a:buNone/>
              <a:defRPr sz="500"/>
            </a:lvl4pPr>
            <a:lvl5pPr marL="2286000" lvl="4" indent="-228600" algn="l">
              <a:spcBef>
                <a:spcPts val="100"/>
              </a:spcBef>
              <a:spcAft>
                <a:spcPts val="0"/>
              </a:spcAft>
              <a:buClr>
                <a:schemeClr val="dk1"/>
              </a:buClr>
              <a:buSzPts val="500"/>
              <a:buNone/>
              <a:defRPr sz="500"/>
            </a:lvl5pPr>
            <a:lvl6pPr marL="2743200" lvl="5" indent="-228600" algn="l">
              <a:spcBef>
                <a:spcPts val="100"/>
              </a:spcBef>
              <a:spcAft>
                <a:spcPts val="0"/>
              </a:spcAft>
              <a:buClr>
                <a:schemeClr val="dk1"/>
              </a:buClr>
              <a:buSzPts val="500"/>
              <a:buNone/>
              <a:defRPr sz="500"/>
            </a:lvl6pPr>
            <a:lvl7pPr marL="3200400" lvl="6" indent="-228600" algn="l">
              <a:spcBef>
                <a:spcPts val="100"/>
              </a:spcBef>
              <a:spcAft>
                <a:spcPts val="0"/>
              </a:spcAft>
              <a:buClr>
                <a:schemeClr val="dk1"/>
              </a:buClr>
              <a:buSzPts val="500"/>
              <a:buNone/>
              <a:defRPr sz="500"/>
            </a:lvl7pPr>
            <a:lvl8pPr marL="3657600" lvl="7" indent="-228600" algn="l">
              <a:spcBef>
                <a:spcPts val="100"/>
              </a:spcBef>
              <a:spcAft>
                <a:spcPts val="0"/>
              </a:spcAft>
              <a:buClr>
                <a:schemeClr val="dk1"/>
              </a:buClr>
              <a:buSzPts val="500"/>
              <a:buNone/>
              <a:defRPr sz="500"/>
            </a:lvl8pPr>
            <a:lvl9pPr marL="4114800" lvl="8" indent="-228600" algn="l">
              <a:spcBef>
                <a:spcPts val="100"/>
              </a:spcBef>
              <a:spcAft>
                <a:spcPts val="0"/>
              </a:spcAft>
              <a:buClr>
                <a:schemeClr val="dk1"/>
              </a:buClr>
              <a:buSzPts val="500"/>
              <a:buNone/>
              <a:defRPr sz="500"/>
            </a:lvl9pPr>
          </a:lstStyle>
          <a:p>
            <a:endParaRPr/>
          </a:p>
        </p:txBody>
      </p:sp>
      <p:sp>
        <p:nvSpPr>
          <p:cNvPr id="134" name="Google Shape;134;p20"/>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35" name="Google Shape;135;p20"/>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36" name="Google Shape;136;p20"/>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7"/>
        <p:cNvGrpSpPr/>
        <p:nvPr/>
      </p:nvGrpSpPr>
      <p:grpSpPr>
        <a:xfrm>
          <a:off x="0" y="0"/>
          <a:ext cx="0" cy="0"/>
          <a:chOff x="0" y="0"/>
          <a:chExt cx="0" cy="0"/>
        </a:xfrm>
      </p:grpSpPr>
      <p:sp>
        <p:nvSpPr>
          <p:cNvPr id="138" name="Google Shape;138;p21"/>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39" name="Google Shape;139;p21"/>
          <p:cNvSpPr txBox="1">
            <a:spLocks noGrp="1"/>
          </p:cNvSpPr>
          <p:nvPr>
            <p:ph type="body" idx="1"/>
          </p:nvPr>
        </p:nvSpPr>
        <p:spPr>
          <a:xfrm rot="5400000">
            <a:off x="1154509" y="-125809"/>
            <a:ext cx="2262982" cy="41148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40" name="Google Shape;140;p21"/>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41" name="Google Shape;141;p21"/>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42" name="Google Shape;142;p21"/>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rot="5400000">
            <a:off x="2366169" y="1085850"/>
            <a:ext cx="2925763" cy="1028700"/>
          </a:xfrm>
          <a:prstGeom prst="rect">
            <a:avLst/>
          </a:prstGeom>
          <a:noFill/>
          <a:ln>
            <a:noFill/>
          </a:ln>
        </p:spPr>
        <p:txBody>
          <a:bodyPr spcFirstLastPara="1" wrap="square" lIns="45725" tIns="22850" rIns="45725" bIns="22850" anchor="ctr" anchorCtr="0">
            <a:normAutofit/>
          </a:bodyPr>
          <a:lstStyle>
            <a:lvl1pPr lvl="0" algn="ctr">
              <a:spcBef>
                <a:spcPts val="0"/>
              </a:spcBef>
              <a:spcAft>
                <a:spcPts val="0"/>
              </a:spcAft>
              <a:buClr>
                <a:schemeClr val="dk1"/>
              </a:buClr>
              <a:buSzPts val="900"/>
              <a:buNone/>
              <a:defRPr/>
            </a:lvl1pPr>
            <a:lvl2pPr lvl="1">
              <a:spcBef>
                <a:spcPts val="0"/>
              </a:spcBef>
              <a:spcAft>
                <a:spcPts val="0"/>
              </a:spcAft>
              <a:buSzPts val="700"/>
              <a:buNone/>
              <a:defRPr/>
            </a:lvl2pPr>
            <a:lvl3pPr lvl="2">
              <a:spcBef>
                <a:spcPts val="0"/>
              </a:spcBef>
              <a:spcAft>
                <a:spcPts val="0"/>
              </a:spcAft>
              <a:buSzPts val="700"/>
              <a:buNone/>
              <a:defRPr/>
            </a:lvl3pPr>
            <a:lvl4pPr lvl="3">
              <a:spcBef>
                <a:spcPts val="0"/>
              </a:spcBef>
              <a:spcAft>
                <a:spcPts val="0"/>
              </a:spcAft>
              <a:buSzPts val="700"/>
              <a:buNone/>
              <a:defRPr/>
            </a:lvl4pPr>
            <a:lvl5pPr lvl="4">
              <a:spcBef>
                <a:spcPts val="0"/>
              </a:spcBef>
              <a:spcAft>
                <a:spcPts val="0"/>
              </a:spcAft>
              <a:buSzPts val="700"/>
              <a:buNone/>
              <a:defRPr/>
            </a:lvl5pPr>
            <a:lvl6pPr lvl="5">
              <a:spcBef>
                <a:spcPts val="0"/>
              </a:spcBef>
              <a:spcAft>
                <a:spcPts val="0"/>
              </a:spcAft>
              <a:buSzPts val="700"/>
              <a:buNone/>
              <a:defRPr/>
            </a:lvl6pPr>
            <a:lvl7pPr lvl="6">
              <a:spcBef>
                <a:spcPts val="0"/>
              </a:spcBef>
              <a:spcAft>
                <a:spcPts val="0"/>
              </a:spcAft>
              <a:buSzPts val="700"/>
              <a:buNone/>
              <a:defRPr/>
            </a:lvl7pPr>
            <a:lvl8pPr lvl="7">
              <a:spcBef>
                <a:spcPts val="0"/>
              </a:spcBef>
              <a:spcAft>
                <a:spcPts val="0"/>
              </a:spcAft>
              <a:buSzPts val="700"/>
              <a:buNone/>
              <a:defRPr/>
            </a:lvl8pPr>
            <a:lvl9pPr lvl="8">
              <a:spcBef>
                <a:spcPts val="0"/>
              </a:spcBef>
              <a:spcAft>
                <a:spcPts val="0"/>
              </a:spcAft>
              <a:buSzPts val="700"/>
              <a:buNone/>
              <a:defRPr/>
            </a:lvl9pPr>
          </a:lstStyle>
          <a:p>
            <a:endParaRPr/>
          </a:p>
        </p:txBody>
      </p:sp>
      <p:sp>
        <p:nvSpPr>
          <p:cNvPr id="145" name="Google Shape;145;p22"/>
          <p:cNvSpPr txBox="1">
            <a:spLocks noGrp="1"/>
          </p:cNvSpPr>
          <p:nvPr>
            <p:ph type="body" idx="1"/>
          </p:nvPr>
        </p:nvSpPr>
        <p:spPr>
          <a:xfrm rot="5400000">
            <a:off x="270669" y="95250"/>
            <a:ext cx="2925763" cy="3009900"/>
          </a:xfrm>
          <a:prstGeom prst="rect">
            <a:avLst/>
          </a:prstGeom>
          <a:noFill/>
          <a:ln>
            <a:noFill/>
          </a:ln>
        </p:spPr>
        <p:txBody>
          <a:bodyPr spcFirstLastPara="1" wrap="square" lIns="45725" tIns="22850" rIns="45725" bIns="22850" anchor="t" anchorCtr="0">
            <a:normAutofit/>
          </a:bodyPr>
          <a:lstStyle>
            <a:lvl1pPr marL="457200" lvl="0" indent="-285750" algn="l">
              <a:spcBef>
                <a:spcPts val="200"/>
              </a:spcBef>
              <a:spcAft>
                <a:spcPts val="0"/>
              </a:spcAft>
              <a:buClr>
                <a:schemeClr val="dk1"/>
              </a:buClr>
              <a:buSzPts val="900"/>
              <a:buChar char="•"/>
              <a:defRPr/>
            </a:lvl1pPr>
            <a:lvl2pPr marL="914400" lvl="1" indent="-285750" algn="l">
              <a:spcBef>
                <a:spcPts val="200"/>
              </a:spcBef>
              <a:spcAft>
                <a:spcPts val="0"/>
              </a:spcAft>
              <a:buClr>
                <a:schemeClr val="dk1"/>
              </a:buClr>
              <a:buSzPts val="900"/>
              <a:buChar char="–"/>
              <a:defRPr/>
            </a:lvl2pPr>
            <a:lvl3pPr marL="1371600" lvl="2" indent="-285750" algn="l">
              <a:spcBef>
                <a:spcPts val="200"/>
              </a:spcBef>
              <a:spcAft>
                <a:spcPts val="0"/>
              </a:spcAft>
              <a:buClr>
                <a:schemeClr val="dk1"/>
              </a:buClr>
              <a:buSzPts val="900"/>
              <a:buChar char="•"/>
              <a:defRPr/>
            </a:lvl3pPr>
            <a:lvl4pPr marL="1828800" lvl="3" indent="-285750" algn="l">
              <a:spcBef>
                <a:spcPts val="200"/>
              </a:spcBef>
              <a:spcAft>
                <a:spcPts val="0"/>
              </a:spcAft>
              <a:buClr>
                <a:schemeClr val="dk1"/>
              </a:buClr>
              <a:buSzPts val="900"/>
              <a:buChar char="–"/>
              <a:defRPr/>
            </a:lvl4pPr>
            <a:lvl5pPr marL="2286000" lvl="4" indent="-285750" algn="l">
              <a:spcBef>
                <a:spcPts val="200"/>
              </a:spcBef>
              <a:spcAft>
                <a:spcPts val="0"/>
              </a:spcAft>
              <a:buClr>
                <a:schemeClr val="dk1"/>
              </a:buClr>
              <a:buSzPts val="900"/>
              <a:buChar char="»"/>
              <a:defRPr/>
            </a:lvl5pPr>
            <a:lvl6pPr marL="2743200" lvl="5" indent="-285750" algn="l">
              <a:spcBef>
                <a:spcPts val="200"/>
              </a:spcBef>
              <a:spcAft>
                <a:spcPts val="0"/>
              </a:spcAft>
              <a:buClr>
                <a:schemeClr val="dk1"/>
              </a:buClr>
              <a:buSzPts val="900"/>
              <a:buChar char="•"/>
              <a:defRPr/>
            </a:lvl6pPr>
            <a:lvl7pPr marL="3200400" lvl="6" indent="-285750" algn="l">
              <a:spcBef>
                <a:spcPts val="200"/>
              </a:spcBef>
              <a:spcAft>
                <a:spcPts val="0"/>
              </a:spcAft>
              <a:buClr>
                <a:schemeClr val="dk1"/>
              </a:buClr>
              <a:buSzPts val="900"/>
              <a:buChar char="•"/>
              <a:defRPr/>
            </a:lvl7pPr>
            <a:lvl8pPr marL="3657600" lvl="7" indent="-285750" algn="l">
              <a:spcBef>
                <a:spcPts val="200"/>
              </a:spcBef>
              <a:spcAft>
                <a:spcPts val="0"/>
              </a:spcAft>
              <a:buClr>
                <a:schemeClr val="dk1"/>
              </a:buClr>
              <a:buSzPts val="900"/>
              <a:buChar char="•"/>
              <a:defRPr/>
            </a:lvl8pPr>
            <a:lvl9pPr marL="4114800" lvl="8" indent="-285750" algn="l">
              <a:spcBef>
                <a:spcPts val="200"/>
              </a:spcBef>
              <a:spcAft>
                <a:spcPts val="0"/>
              </a:spcAft>
              <a:buClr>
                <a:schemeClr val="dk1"/>
              </a:buClr>
              <a:buSzPts val="900"/>
              <a:buChar char="•"/>
              <a:defRPr/>
            </a:lvl9pPr>
          </a:lstStyle>
          <a:p>
            <a:endParaRPr/>
          </a:p>
        </p:txBody>
      </p:sp>
      <p:sp>
        <p:nvSpPr>
          <p:cNvPr id="146" name="Google Shape;146;p22"/>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lvl="0" algn="l">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47" name="Google Shape;147;p22"/>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lvl="0" algn="ctr">
              <a:spcBef>
                <a:spcPts val="0"/>
              </a:spcBef>
              <a:spcAft>
                <a:spcPts val="0"/>
              </a:spcAft>
              <a:buSzPts val="700"/>
              <a:buNone/>
              <a:defRPr/>
            </a:lvl1pPr>
            <a:lvl2pPr lvl="1" algn="l">
              <a:spcBef>
                <a:spcPts val="0"/>
              </a:spcBef>
              <a:spcAft>
                <a:spcPts val="0"/>
              </a:spcAft>
              <a:buSzPts val="700"/>
              <a:buNone/>
              <a:defRPr/>
            </a:lvl2pPr>
            <a:lvl3pPr lvl="2" algn="l">
              <a:spcBef>
                <a:spcPts val="0"/>
              </a:spcBef>
              <a:spcAft>
                <a:spcPts val="0"/>
              </a:spcAft>
              <a:buSzPts val="700"/>
              <a:buNone/>
              <a:defRPr/>
            </a:lvl3pPr>
            <a:lvl4pPr lvl="3" algn="l">
              <a:spcBef>
                <a:spcPts val="0"/>
              </a:spcBef>
              <a:spcAft>
                <a:spcPts val="0"/>
              </a:spcAft>
              <a:buSzPts val="700"/>
              <a:buNone/>
              <a:defRPr/>
            </a:lvl4pPr>
            <a:lvl5pPr lvl="4" algn="l">
              <a:spcBef>
                <a:spcPts val="0"/>
              </a:spcBef>
              <a:spcAft>
                <a:spcPts val="0"/>
              </a:spcAft>
              <a:buSzPts val="700"/>
              <a:buNone/>
              <a:defRPr/>
            </a:lvl5pPr>
            <a:lvl6pPr lvl="5" algn="l">
              <a:spcBef>
                <a:spcPts val="0"/>
              </a:spcBef>
              <a:spcAft>
                <a:spcPts val="0"/>
              </a:spcAft>
              <a:buSzPts val="700"/>
              <a:buNone/>
              <a:defRPr/>
            </a:lvl6pPr>
            <a:lvl7pPr lvl="6" algn="l">
              <a:spcBef>
                <a:spcPts val="0"/>
              </a:spcBef>
              <a:spcAft>
                <a:spcPts val="0"/>
              </a:spcAft>
              <a:buSzPts val="700"/>
              <a:buNone/>
              <a:defRPr/>
            </a:lvl7pPr>
            <a:lvl8pPr lvl="7" algn="l">
              <a:spcBef>
                <a:spcPts val="0"/>
              </a:spcBef>
              <a:spcAft>
                <a:spcPts val="0"/>
              </a:spcAft>
              <a:buSzPts val="700"/>
              <a:buNone/>
              <a:defRPr/>
            </a:lvl8pPr>
            <a:lvl9pPr lvl="8" algn="l">
              <a:spcBef>
                <a:spcPts val="0"/>
              </a:spcBef>
              <a:spcAft>
                <a:spcPts val="0"/>
              </a:spcAft>
              <a:buSzPts val="700"/>
              <a:buNone/>
              <a:defRPr/>
            </a:lvl9pPr>
          </a:lstStyle>
          <a:p>
            <a:endParaRPr/>
          </a:p>
        </p:txBody>
      </p:sp>
      <p:sp>
        <p:nvSpPr>
          <p:cNvPr id="148" name="Google Shape;148;p22"/>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theme" Target="../theme/theme2.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Cormorant Garamond Light"/>
              <a:buNone/>
              <a:defRPr sz="2800">
                <a:solidFill>
                  <a:schemeClr val="dk1"/>
                </a:solidFill>
                <a:latin typeface="Cormorant Garamond Light"/>
                <a:ea typeface="Cormorant Garamond Light"/>
                <a:cs typeface="Cormorant Garamond Light"/>
                <a:sym typeface="Cormorant Garamond Light"/>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Cormorant Garamond Light"/>
              <a:buChar char="●"/>
              <a:defRPr sz="1800">
                <a:solidFill>
                  <a:schemeClr val="dk2"/>
                </a:solidFill>
                <a:latin typeface="Cormorant Garamond Light"/>
                <a:ea typeface="Cormorant Garamond Light"/>
                <a:cs typeface="Cormorant Garamond Light"/>
                <a:sym typeface="Cormorant Garamond Light"/>
              </a:defRPr>
            </a:lvl1pPr>
            <a:lvl2pPr marL="914400" lvl="1" indent="-317500">
              <a:lnSpc>
                <a:spcPct val="115000"/>
              </a:lnSpc>
              <a:spcBef>
                <a:spcPts val="0"/>
              </a:spcBef>
              <a:spcAft>
                <a:spcPts val="0"/>
              </a:spcAft>
              <a:buClr>
                <a:schemeClr val="dk2"/>
              </a:buClr>
              <a:buSzPts val="1400"/>
              <a:buFont typeface="Cormorant Garamond"/>
              <a:buChar char="○"/>
              <a:defRPr b="1">
                <a:solidFill>
                  <a:schemeClr val="dk2"/>
                </a:solidFill>
                <a:latin typeface="Cormorant Garamond"/>
                <a:ea typeface="Cormorant Garamond"/>
                <a:cs typeface="Cormorant Garamond"/>
                <a:sym typeface="Cormorant Garamond"/>
              </a:defRPr>
            </a:lvl2pPr>
            <a:lvl3pPr marL="1371600" lvl="2" indent="-3175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3pPr>
            <a:lvl4pPr marL="1828800" lvl="3" indent="-3175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4pPr>
            <a:lvl5pPr marL="2286000" lvl="4" indent="-3175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5pPr>
            <a:lvl6pPr marL="2743200" lvl="5" indent="-3175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6pPr>
            <a:lvl7pPr marL="3200400" lvl="6" indent="-3175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7pPr>
            <a:lvl8pPr marL="3657600" lvl="7" indent="-3175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8pPr>
            <a:lvl9pPr marL="4114800" lvl="8" indent="-317500">
              <a:lnSpc>
                <a:spcPct val="115000"/>
              </a:lnSpc>
              <a:spcBef>
                <a:spcPts val="0"/>
              </a:spcBef>
              <a:spcAft>
                <a:spcPts val="0"/>
              </a:spcAft>
              <a:buClr>
                <a:schemeClr val="dk2"/>
              </a:buClr>
              <a:buSzPts val="1400"/>
              <a:buFont typeface="Nunito"/>
              <a:buChar char="■"/>
              <a:defRPr>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4"/>
        <p:cNvGrpSpPr/>
        <p:nvPr/>
      </p:nvGrpSpPr>
      <p:grpSpPr>
        <a:xfrm>
          <a:off x="0" y="0"/>
          <a:ext cx="0" cy="0"/>
          <a:chOff x="0" y="0"/>
          <a:chExt cx="0" cy="0"/>
        </a:xfrm>
      </p:grpSpPr>
      <p:sp>
        <p:nvSpPr>
          <p:cNvPr id="75" name="Google Shape;75;p11"/>
          <p:cNvSpPr txBox="1">
            <a:spLocks noGrp="1"/>
          </p:cNvSpPr>
          <p:nvPr>
            <p:ph type="title"/>
          </p:nvPr>
        </p:nvSpPr>
        <p:spPr>
          <a:xfrm>
            <a:off x="228600" y="137319"/>
            <a:ext cx="4114800" cy="571500"/>
          </a:xfrm>
          <a:prstGeom prst="rect">
            <a:avLst/>
          </a:prstGeom>
          <a:noFill/>
          <a:ln>
            <a:noFill/>
          </a:ln>
        </p:spPr>
        <p:txBody>
          <a:bodyPr spcFirstLastPara="1" wrap="square" lIns="45725" tIns="22850" rIns="45725" bIns="22850" anchor="ctr" anchorCtr="0">
            <a:normAutofit/>
          </a:bodyPr>
          <a:lstStyle>
            <a:lvl1pPr marR="0" lvl="0" algn="ctr" rtl="0">
              <a:spcBef>
                <a:spcPts val="0"/>
              </a:spcBef>
              <a:spcAft>
                <a:spcPts val="0"/>
              </a:spcAft>
              <a:buClr>
                <a:schemeClr val="dk1"/>
              </a:buClr>
              <a:buSzPts val="2200"/>
              <a:buFont typeface="Calibri"/>
              <a:buNone/>
              <a:defRPr sz="2200" b="0" i="0" u="none" strike="noStrike" cap="none">
                <a:solidFill>
                  <a:schemeClr val="dk1"/>
                </a:solidFill>
                <a:latin typeface="Calibri"/>
                <a:ea typeface="Calibri"/>
                <a:cs typeface="Calibri"/>
                <a:sym typeface="Calibri"/>
              </a:defRPr>
            </a:lvl1pPr>
            <a:lvl2pPr lvl="1">
              <a:spcBef>
                <a:spcPts val="0"/>
              </a:spcBef>
              <a:spcAft>
                <a:spcPts val="0"/>
              </a:spcAft>
              <a:buSzPts val="700"/>
              <a:buNone/>
              <a:defRPr sz="900"/>
            </a:lvl2pPr>
            <a:lvl3pPr lvl="2">
              <a:spcBef>
                <a:spcPts val="0"/>
              </a:spcBef>
              <a:spcAft>
                <a:spcPts val="0"/>
              </a:spcAft>
              <a:buSzPts val="700"/>
              <a:buNone/>
              <a:defRPr sz="900"/>
            </a:lvl3pPr>
            <a:lvl4pPr lvl="3">
              <a:spcBef>
                <a:spcPts val="0"/>
              </a:spcBef>
              <a:spcAft>
                <a:spcPts val="0"/>
              </a:spcAft>
              <a:buSzPts val="700"/>
              <a:buNone/>
              <a:defRPr sz="900"/>
            </a:lvl4pPr>
            <a:lvl5pPr lvl="4">
              <a:spcBef>
                <a:spcPts val="0"/>
              </a:spcBef>
              <a:spcAft>
                <a:spcPts val="0"/>
              </a:spcAft>
              <a:buSzPts val="700"/>
              <a:buNone/>
              <a:defRPr sz="900"/>
            </a:lvl5pPr>
            <a:lvl6pPr lvl="5">
              <a:spcBef>
                <a:spcPts val="0"/>
              </a:spcBef>
              <a:spcAft>
                <a:spcPts val="0"/>
              </a:spcAft>
              <a:buSzPts val="700"/>
              <a:buNone/>
              <a:defRPr sz="900"/>
            </a:lvl6pPr>
            <a:lvl7pPr lvl="6">
              <a:spcBef>
                <a:spcPts val="0"/>
              </a:spcBef>
              <a:spcAft>
                <a:spcPts val="0"/>
              </a:spcAft>
              <a:buSzPts val="700"/>
              <a:buNone/>
              <a:defRPr sz="900"/>
            </a:lvl7pPr>
            <a:lvl8pPr lvl="7">
              <a:spcBef>
                <a:spcPts val="0"/>
              </a:spcBef>
              <a:spcAft>
                <a:spcPts val="0"/>
              </a:spcAft>
              <a:buSzPts val="700"/>
              <a:buNone/>
              <a:defRPr sz="900"/>
            </a:lvl8pPr>
            <a:lvl9pPr lvl="8">
              <a:spcBef>
                <a:spcPts val="0"/>
              </a:spcBef>
              <a:spcAft>
                <a:spcPts val="0"/>
              </a:spcAft>
              <a:buSzPts val="700"/>
              <a:buNone/>
              <a:defRPr sz="900"/>
            </a:lvl9pPr>
          </a:lstStyle>
          <a:p>
            <a:endParaRPr/>
          </a:p>
        </p:txBody>
      </p:sp>
      <p:sp>
        <p:nvSpPr>
          <p:cNvPr id="76" name="Google Shape;76;p11"/>
          <p:cNvSpPr txBox="1">
            <a:spLocks noGrp="1"/>
          </p:cNvSpPr>
          <p:nvPr>
            <p:ph type="body" idx="1"/>
          </p:nvPr>
        </p:nvSpPr>
        <p:spPr>
          <a:xfrm>
            <a:off x="228600" y="800100"/>
            <a:ext cx="4114800" cy="2262982"/>
          </a:xfrm>
          <a:prstGeom prst="rect">
            <a:avLst/>
          </a:prstGeom>
          <a:noFill/>
          <a:ln>
            <a:noFill/>
          </a:ln>
        </p:spPr>
        <p:txBody>
          <a:bodyPr spcFirstLastPara="1" wrap="square" lIns="45725" tIns="22850" rIns="45725" bIns="22850" anchor="t" anchorCtr="0">
            <a:normAutofit/>
          </a:bodyPr>
          <a:lstStyle>
            <a:lvl1pPr marL="457200" marR="0" lvl="0" indent="-330200" algn="l" rtl="0">
              <a:spcBef>
                <a:spcPts val="30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1pPr>
            <a:lvl2pPr marL="914400" marR="0" lvl="1" indent="-317500" algn="l" rtl="0">
              <a:spcBef>
                <a:spcPts val="300"/>
              </a:spcBef>
              <a:spcAft>
                <a:spcPts val="0"/>
              </a:spcAft>
              <a:buClr>
                <a:schemeClr val="dk1"/>
              </a:buClr>
              <a:buSzPts val="1400"/>
              <a:buFont typeface="Arial"/>
              <a:buChar char="–"/>
              <a:defRPr sz="1400" b="0" i="0" u="none" strike="noStrike" cap="none">
                <a:solidFill>
                  <a:schemeClr val="dk1"/>
                </a:solidFill>
                <a:latin typeface="Calibri"/>
                <a:ea typeface="Calibri"/>
                <a:cs typeface="Calibri"/>
                <a:sym typeface="Calibri"/>
              </a:defRPr>
            </a:lvl2pPr>
            <a:lvl3pPr marL="1371600" marR="0" lvl="2" indent="-304800" algn="l" rtl="0">
              <a:spcBef>
                <a:spcPts val="200"/>
              </a:spcBef>
              <a:spcAft>
                <a:spcPts val="0"/>
              </a:spcAft>
              <a:buClr>
                <a:schemeClr val="dk1"/>
              </a:buClr>
              <a:buSzPts val="1200"/>
              <a:buFont typeface="Arial"/>
              <a:buChar char="•"/>
              <a:defRPr sz="1200" b="0" i="0" u="none" strike="noStrike" cap="none">
                <a:solidFill>
                  <a:schemeClr val="dk1"/>
                </a:solidFill>
                <a:latin typeface="Calibri"/>
                <a:ea typeface="Calibri"/>
                <a:cs typeface="Calibri"/>
                <a:sym typeface="Calibri"/>
              </a:defRPr>
            </a:lvl3pPr>
            <a:lvl4pPr marL="1828800" marR="0" lvl="3"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4pPr>
            <a:lvl5pPr marL="2286000" marR="0" lvl="4"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5pPr>
            <a:lvl6pPr marL="2743200" marR="0" lvl="5"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6pPr>
            <a:lvl7pPr marL="3200400" marR="0" lvl="6"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7pPr>
            <a:lvl8pPr marL="3657600" marR="0" lvl="7"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8pPr>
            <a:lvl9pPr marL="4114800" marR="0" lvl="8" indent="-292100" algn="l" rtl="0">
              <a:spcBef>
                <a:spcPts val="200"/>
              </a:spcBef>
              <a:spcAft>
                <a:spcPts val="0"/>
              </a:spcAft>
              <a:buClr>
                <a:schemeClr val="dk1"/>
              </a:buClr>
              <a:buSzPts val="1000"/>
              <a:buFont typeface="Arial"/>
              <a:buChar char="•"/>
              <a:defRPr sz="1000" b="0" i="0" u="none" strike="noStrike" cap="none">
                <a:solidFill>
                  <a:schemeClr val="dk1"/>
                </a:solidFill>
                <a:latin typeface="Calibri"/>
                <a:ea typeface="Calibri"/>
                <a:cs typeface="Calibri"/>
                <a:sym typeface="Calibri"/>
              </a:defRPr>
            </a:lvl9pPr>
          </a:lstStyle>
          <a:p>
            <a:endParaRPr/>
          </a:p>
        </p:txBody>
      </p:sp>
      <p:sp>
        <p:nvSpPr>
          <p:cNvPr id="77" name="Google Shape;77;p11"/>
          <p:cNvSpPr txBox="1">
            <a:spLocks noGrp="1"/>
          </p:cNvSpPr>
          <p:nvPr>
            <p:ph type="dt" idx="10"/>
          </p:nvPr>
        </p:nvSpPr>
        <p:spPr>
          <a:xfrm>
            <a:off x="228600" y="3178175"/>
            <a:ext cx="1066800" cy="182563"/>
          </a:xfrm>
          <a:prstGeom prst="rect">
            <a:avLst/>
          </a:prstGeom>
          <a:noFill/>
          <a:ln>
            <a:noFill/>
          </a:ln>
        </p:spPr>
        <p:txBody>
          <a:bodyPr spcFirstLastPara="1" wrap="square" lIns="45725" tIns="22850" rIns="45725" bIns="22850" anchor="ctr" anchorCtr="0">
            <a:noAutofit/>
          </a:bodyPr>
          <a:lstStyle>
            <a:lvl1pPr marR="0" lvl="0" algn="l"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78" name="Google Shape;78;p11"/>
          <p:cNvSpPr txBox="1">
            <a:spLocks noGrp="1"/>
          </p:cNvSpPr>
          <p:nvPr>
            <p:ph type="ftr" idx="11"/>
          </p:nvPr>
        </p:nvSpPr>
        <p:spPr>
          <a:xfrm>
            <a:off x="1562100" y="3178175"/>
            <a:ext cx="1447800" cy="182563"/>
          </a:xfrm>
          <a:prstGeom prst="rect">
            <a:avLst/>
          </a:prstGeom>
          <a:noFill/>
          <a:ln>
            <a:noFill/>
          </a:ln>
        </p:spPr>
        <p:txBody>
          <a:bodyPr spcFirstLastPara="1" wrap="square" lIns="45725" tIns="22850" rIns="45725" bIns="22850" anchor="ctr" anchorCtr="0">
            <a:noAutofit/>
          </a:bodyPr>
          <a:lstStyle>
            <a:lvl1pPr marR="0" lvl="0" algn="ctr" rtl="0">
              <a:spcBef>
                <a:spcPts val="0"/>
              </a:spcBef>
              <a:spcAft>
                <a:spcPts val="0"/>
              </a:spcAft>
              <a:buSzPts val="700"/>
              <a:buNone/>
              <a:defRPr sz="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700"/>
              <a:buNone/>
              <a:defRPr sz="9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700"/>
              <a:buNone/>
              <a:defRPr sz="9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700"/>
              <a:buNone/>
              <a:defRPr sz="9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700"/>
              <a:buNone/>
              <a:defRPr sz="9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700"/>
              <a:buNone/>
              <a:defRPr sz="9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700"/>
              <a:buNone/>
              <a:defRPr sz="9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700"/>
              <a:buNone/>
              <a:defRPr sz="9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700"/>
              <a:buNone/>
              <a:defRPr sz="900" b="0" i="0" u="none" strike="noStrike" cap="none">
                <a:solidFill>
                  <a:schemeClr val="dk1"/>
                </a:solidFill>
                <a:latin typeface="Calibri"/>
                <a:ea typeface="Calibri"/>
                <a:cs typeface="Calibri"/>
                <a:sym typeface="Calibri"/>
              </a:defRPr>
            </a:lvl9pPr>
          </a:lstStyle>
          <a:p>
            <a:endParaRPr/>
          </a:p>
        </p:txBody>
      </p:sp>
      <p:sp>
        <p:nvSpPr>
          <p:cNvPr id="79" name="Google Shape;79;p11"/>
          <p:cNvSpPr txBox="1">
            <a:spLocks noGrp="1"/>
          </p:cNvSpPr>
          <p:nvPr>
            <p:ph type="sldNum" idx="12"/>
          </p:nvPr>
        </p:nvSpPr>
        <p:spPr>
          <a:xfrm>
            <a:off x="3276600" y="3178175"/>
            <a:ext cx="1066800" cy="182563"/>
          </a:xfrm>
          <a:prstGeom prst="rect">
            <a:avLst/>
          </a:prstGeom>
          <a:noFill/>
          <a:ln>
            <a:noFill/>
          </a:ln>
        </p:spPr>
        <p:txBody>
          <a:bodyPr spcFirstLastPara="1" wrap="square" lIns="45725" tIns="22850" rIns="45725" bIns="22850" anchor="ctr" anchorCtr="0">
            <a:noAutofit/>
          </a:bodyPr>
          <a:lstStyle>
            <a:lvl1pPr marL="0" marR="0" lvl="0" indent="0" algn="r" rtl="0">
              <a:spcBef>
                <a:spcPts val="0"/>
              </a:spcBef>
              <a:buNone/>
              <a:defRPr sz="600" b="0" i="0" u="none" strike="noStrike" cap="none">
                <a:solidFill>
                  <a:srgbClr val="888888"/>
                </a:solidFill>
                <a:latin typeface="Calibri"/>
                <a:ea typeface="Calibri"/>
                <a:cs typeface="Calibri"/>
                <a:sym typeface="Calibri"/>
              </a:defRPr>
            </a:lvl1pPr>
            <a:lvl2pPr marL="0" marR="0" lvl="1" indent="0" algn="r" rtl="0">
              <a:spcBef>
                <a:spcPts val="0"/>
              </a:spcBef>
              <a:buNone/>
              <a:defRPr sz="600" b="0" i="0" u="none" strike="noStrike" cap="none">
                <a:solidFill>
                  <a:srgbClr val="888888"/>
                </a:solidFill>
                <a:latin typeface="Calibri"/>
                <a:ea typeface="Calibri"/>
                <a:cs typeface="Calibri"/>
                <a:sym typeface="Calibri"/>
              </a:defRPr>
            </a:lvl2pPr>
            <a:lvl3pPr marL="0" marR="0" lvl="2" indent="0" algn="r" rtl="0">
              <a:spcBef>
                <a:spcPts val="0"/>
              </a:spcBef>
              <a:buNone/>
              <a:defRPr sz="600" b="0" i="0" u="none" strike="noStrike" cap="none">
                <a:solidFill>
                  <a:srgbClr val="888888"/>
                </a:solidFill>
                <a:latin typeface="Calibri"/>
                <a:ea typeface="Calibri"/>
                <a:cs typeface="Calibri"/>
                <a:sym typeface="Calibri"/>
              </a:defRPr>
            </a:lvl3pPr>
            <a:lvl4pPr marL="0" marR="0" lvl="3" indent="0" algn="r" rtl="0">
              <a:spcBef>
                <a:spcPts val="0"/>
              </a:spcBef>
              <a:buNone/>
              <a:defRPr sz="600" b="0" i="0" u="none" strike="noStrike" cap="none">
                <a:solidFill>
                  <a:srgbClr val="888888"/>
                </a:solidFill>
                <a:latin typeface="Calibri"/>
                <a:ea typeface="Calibri"/>
                <a:cs typeface="Calibri"/>
                <a:sym typeface="Calibri"/>
              </a:defRPr>
            </a:lvl4pPr>
            <a:lvl5pPr marL="0" marR="0" lvl="4" indent="0" algn="r" rtl="0">
              <a:spcBef>
                <a:spcPts val="0"/>
              </a:spcBef>
              <a:buNone/>
              <a:defRPr sz="600" b="0" i="0" u="none" strike="noStrike" cap="none">
                <a:solidFill>
                  <a:srgbClr val="888888"/>
                </a:solidFill>
                <a:latin typeface="Calibri"/>
                <a:ea typeface="Calibri"/>
                <a:cs typeface="Calibri"/>
                <a:sym typeface="Calibri"/>
              </a:defRPr>
            </a:lvl5pPr>
            <a:lvl6pPr marL="0" marR="0" lvl="5" indent="0" algn="r" rtl="0">
              <a:spcBef>
                <a:spcPts val="0"/>
              </a:spcBef>
              <a:buNone/>
              <a:defRPr sz="600" b="0" i="0" u="none" strike="noStrike" cap="none">
                <a:solidFill>
                  <a:srgbClr val="888888"/>
                </a:solidFill>
                <a:latin typeface="Calibri"/>
                <a:ea typeface="Calibri"/>
                <a:cs typeface="Calibri"/>
                <a:sym typeface="Calibri"/>
              </a:defRPr>
            </a:lvl6pPr>
            <a:lvl7pPr marL="0" marR="0" lvl="6" indent="0" algn="r" rtl="0">
              <a:spcBef>
                <a:spcPts val="0"/>
              </a:spcBef>
              <a:buNone/>
              <a:defRPr sz="600" b="0" i="0" u="none" strike="noStrike" cap="none">
                <a:solidFill>
                  <a:srgbClr val="888888"/>
                </a:solidFill>
                <a:latin typeface="Calibri"/>
                <a:ea typeface="Calibri"/>
                <a:cs typeface="Calibri"/>
                <a:sym typeface="Calibri"/>
              </a:defRPr>
            </a:lvl7pPr>
            <a:lvl8pPr marL="0" marR="0" lvl="7" indent="0" algn="r" rtl="0">
              <a:spcBef>
                <a:spcPts val="0"/>
              </a:spcBef>
              <a:buNone/>
              <a:defRPr sz="600" b="0" i="0" u="none" strike="noStrike" cap="none">
                <a:solidFill>
                  <a:srgbClr val="888888"/>
                </a:solidFill>
                <a:latin typeface="Calibri"/>
                <a:ea typeface="Calibri"/>
                <a:cs typeface="Calibri"/>
                <a:sym typeface="Calibri"/>
              </a:defRPr>
            </a:lvl8pPr>
            <a:lvl9pPr marL="0" marR="0" lvl="8" indent="0" algn="r" rtl="0">
              <a:spcBef>
                <a:spcPts val="0"/>
              </a:spcBef>
              <a:buNone/>
              <a:defRPr sz="6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jp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8" Type="http://schemas.openxmlformats.org/officeDocument/2006/relationships/hyperlink" Target="https://github.com/kesavaimandi/Salary-Prediction" TargetMode="External"/><Relationship Id="rId3" Type="http://schemas.openxmlformats.org/officeDocument/2006/relationships/image" Target="../media/image1.jpg"/><Relationship Id="rId7" Type="http://schemas.openxmlformats.org/officeDocument/2006/relationships/hyperlink" Target="https://github.com/kesavaimandi/securenest-cloud.git" TargetMode="External"/><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hyperlink" Target="https://securenest-cloud.vercel.app/" TargetMode="External"/><Relationship Id="rId5" Type="http://schemas.openxmlformats.org/officeDocument/2006/relationships/hyperlink" Target="https://github.com/kesavaimandi/Explainable-AI-for-Clinical-Decision-Support.git" TargetMode="External"/><Relationship Id="rId4" Type="http://schemas.openxmlformats.org/officeDocument/2006/relationships/hyperlink" Target="https://explainable-ai-for-clinical-decision.onrender.com/"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7" Type="http://schemas.openxmlformats.org/officeDocument/2006/relationships/hyperlink" Target="https://github.com/kesavaimandi" TargetMode="External"/><Relationship Id="rId2" Type="http://schemas.openxmlformats.org/officeDocument/2006/relationships/notesSlide" Target="../notesSlides/notesSlide10.xml"/><Relationship Id="rId1" Type="http://schemas.openxmlformats.org/officeDocument/2006/relationships/slideLayout" Target="../slideLayouts/slideLayout10.xml"/><Relationship Id="rId6" Type="http://schemas.openxmlformats.org/officeDocument/2006/relationships/hyperlink" Target="https://www.linkedin.com/in/imandi-kesava" TargetMode="External"/><Relationship Id="rId5" Type="http://schemas.openxmlformats.org/officeDocument/2006/relationships/hyperlink" Target="https://kesavaimandi.github.io/kesavaimandi/"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pic>
        <p:nvPicPr>
          <p:cNvPr id="167" name="Google Shape;167;p24"/>
          <p:cNvPicPr preferRelativeResize="0"/>
          <p:nvPr/>
        </p:nvPicPr>
        <p:blipFill rotWithShape="1">
          <a:blip r:embed="rId3">
            <a:alphaModFix/>
          </a:blip>
          <a:srcRect t="31249" b="31250"/>
          <a:stretch/>
        </p:blipFill>
        <p:spPr>
          <a:xfrm>
            <a:off x="0" y="0"/>
            <a:ext cx="9144000" cy="5143500"/>
          </a:xfrm>
          <a:prstGeom prst="rect">
            <a:avLst/>
          </a:prstGeom>
          <a:noFill/>
          <a:ln>
            <a:noFill/>
          </a:ln>
        </p:spPr>
      </p:pic>
      <p:sp>
        <p:nvSpPr>
          <p:cNvPr id="2" name="TextBox 1">
            <a:extLst>
              <a:ext uri="{FF2B5EF4-FFF2-40B4-BE49-F238E27FC236}">
                <a16:creationId xmlns:a16="http://schemas.microsoft.com/office/drawing/2014/main" id="{67101B55-CAC3-AC60-E927-B804385F31A3}"/>
              </a:ext>
            </a:extLst>
          </p:cNvPr>
          <p:cNvSpPr txBox="1"/>
          <p:nvPr/>
        </p:nvSpPr>
        <p:spPr>
          <a:xfrm>
            <a:off x="3750707" y="420721"/>
            <a:ext cx="164258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ormorant Garamond"/>
                <a:ea typeface="Cormorant Garamond"/>
              </a:rPr>
              <a:t>About Me</a:t>
            </a:r>
          </a:p>
        </p:txBody>
      </p:sp>
      <p:sp>
        <p:nvSpPr>
          <p:cNvPr id="3" name="TextBox 2">
            <a:extLst>
              <a:ext uri="{FF2B5EF4-FFF2-40B4-BE49-F238E27FC236}">
                <a16:creationId xmlns:a16="http://schemas.microsoft.com/office/drawing/2014/main" id="{C7016476-BBC1-1CB8-32D9-C32245ADF41B}"/>
              </a:ext>
            </a:extLst>
          </p:cNvPr>
          <p:cNvSpPr txBox="1"/>
          <p:nvPr/>
        </p:nvSpPr>
        <p:spPr>
          <a:xfrm>
            <a:off x="968133" y="1285092"/>
            <a:ext cx="7210627" cy="300704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lnSpc>
                <a:spcPct val="150000"/>
              </a:lnSpc>
            </a:pPr>
            <a:r>
              <a:rPr lang="en-US" dirty="0"/>
              <a:t>My name is  Imandi Kesava Bhavani Raju, I Completed </a:t>
            </a:r>
            <a:r>
              <a:rPr lang="en-US" dirty="0" err="1"/>
              <a:t>B.Tech</a:t>
            </a:r>
            <a:r>
              <a:rPr lang="en-US" dirty="0"/>
              <a:t> in the stream of Computer Science and Engineering with a strong interest in Artificial Intelligence, Machine Learning, and data-driven technologies. I completed professional training in AI &amp; Machine Learning and has developed a solid foundation in Python and data analysis.</a:t>
            </a:r>
            <a:endParaRPr lang="en-US"/>
          </a:p>
          <a:p>
            <a:pPr algn="just">
              <a:lnSpc>
                <a:spcPct val="150000"/>
              </a:lnSpc>
            </a:pPr>
            <a:endParaRPr lang="en-US" sz="1600" dirty="0"/>
          </a:p>
          <a:p>
            <a:pPr algn="just">
              <a:lnSpc>
                <a:spcPct val="150000"/>
              </a:lnSpc>
            </a:pPr>
            <a:r>
              <a:rPr lang="en-US" dirty="0"/>
              <a:t>Now </a:t>
            </a:r>
            <a:r>
              <a:rPr lang="en-US" dirty="0" err="1"/>
              <a:t>i</a:t>
            </a:r>
            <a:r>
              <a:rPr lang="en-US" dirty="0"/>
              <a:t> currently working at CSIR – Structural Engineering Research Centre (CSIR-SERC) in the Fatigue &amp; Fracture Laboratory (FFL), where </a:t>
            </a:r>
            <a:r>
              <a:rPr lang="en-US" dirty="0" err="1"/>
              <a:t>i</a:t>
            </a:r>
            <a:r>
              <a:rPr lang="en-US" dirty="0"/>
              <a:t> gaining hands-on experience in engineering research while exploring how AI and Machine Learning can be applied to fatigue testing, fracture analysis, and research data processing.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pic>
        <p:nvPicPr>
          <p:cNvPr id="184" name="Google Shape;184;p25"/>
          <p:cNvPicPr preferRelativeResize="0"/>
          <p:nvPr/>
        </p:nvPicPr>
        <p:blipFill rotWithShape="1">
          <a:blip r:embed="rId3">
            <a:alphaModFix/>
          </a:blip>
          <a:srcRect t="31261" b="31261"/>
          <a:stretch/>
        </p:blipFill>
        <p:spPr>
          <a:xfrm>
            <a:off x="0" y="0"/>
            <a:ext cx="9144000" cy="5143500"/>
          </a:xfrm>
          <a:prstGeom prst="rect">
            <a:avLst/>
          </a:prstGeom>
          <a:noFill/>
          <a:ln>
            <a:noFill/>
          </a:ln>
        </p:spPr>
      </p:pic>
      <p:sp>
        <p:nvSpPr>
          <p:cNvPr id="3" name="TextBox 2">
            <a:extLst>
              <a:ext uri="{FF2B5EF4-FFF2-40B4-BE49-F238E27FC236}">
                <a16:creationId xmlns:a16="http://schemas.microsoft.com/office/drawing/2014/main" id="{039FB99C-6FB1-D5C3-B4C5-F8FFD29FEBC2}"/>
              </a:ext>
            </a:extLst>
          </p:cNvPr>
          <p:cNvSpPr txBox="1"/>
          <p:nvPr/>
        </p:nvSpPr>
        <p:spPr>
          <a:xfrm>
            <a:off x="2003550" y="437050"/>
            <a:ext cx="5136899"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latin typeface="Cormorant Garamond"/>
                <a:ea typeface="Cormorant Garamond"/>
              </a:rPr>
              <a:t>Computers</a:t>
            </a:r>
            <a:r>
              <a:rPr lang="en-US" sz="2400" b="1">
                <a:latin typeface="Cormorant Garamond"/>
                <a:ea typeface="Cormorant Garamond"/>
              </a:rPr>
              <a:t> &amp; Programming Knowledge</a:t>
            </a:r>
            <a:endParaRPr lang="en-US" sz="2400" b="1" dirty="0">
              <a:latin typeface="Cormorant Garamond"/>
              <a:ea typeface="Cormorant Garamond"/>
            </a:endParaRPr>
          </a:p>
        </p:txBody>
      </p:sp>
      <p:pic>
        <p:nvPicPr>
          <p:cNvPr id="11" name="Picture 10">
            <a:extLst>
              <a:ext uri="{FF2B5EF4-FFF2-40B4-BE49-F238E27FC236}">
                <a16:creationId xmlns:a16="http://schemas.microsoft.com/office/drawing/2014/main" id="{A6D96776-0DC6-9AB6-9537-246BF506E844}"/>
              </a:ext>
            </a:extLst>
          </p:cNvPr>
          <p:cNvPicPr>
            <a:picLocks noChangeAspect="1"/>
          </p:cNvPicPr>
          <p:nvPr/>
        </p:nvPicPr>
        <p:blipFill>
          <a:blip r:embed="rId4"/>
          <a:stretch>
            <a:fillRect/>
          </a:stretch>
        </p:blipFill>
        <p:spPr>
          <a:xfrm>
            <a:off x="492579" y="1861457"/>
            <a:ext cx="555172" cy="353788"/>
          </a:xfrm>
          <a:prstGeom prst="rect">
            <a:avLst/>
          </a:prstGeom>
        </p:spPr>
      </p:pic>
      <p:sp>
        <p:nvSpPr>
          <p:cNvPr id="4" name="TextBox 3">
            <a:extLst>
              <a:ext uri="{FF2B5EF4-FFF2-40B4-BE49-F238E27FC236}">
                <a16:creationId xmlns:a16="http://schemas.microsoft.com/office/drawing/2014/main" id="{CAD45ED7-B83F-55C2-B1F1-A54D15973E47}"/>
              </a:ext>
            </a:extLst>
          </p:cNvPr>
          <p:cNvSpPr txBox="1"/>
          <p:nvPr/>
        </p:nvSpPr>
        <p:spPr>
          <a:xfrm>
            <a:off x="404508" y="1417227"/>
            <a:ext cx="2444074"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Computer Applications</a:t>
            </a:r>
          </a:p>
        </p:txBody>
      </p:sp>
      <p:sp>
        <p:nvSpPr>
          <p:cNvPr id="5" name="TextBox 4">
            <a:extLst>
              <a:ext uri="{FF2B5EF4-FFF2-40B4-BE49-F238E27FC236}">
                <a16:creationId xmlns:a16="http://schemas.microsoft.com/office/drawing/2014/main" id="{33F96DBF-5EC6-D959-67B0-D48FA40AC784}"/>
              </a:ext>
            </a:extLst>
          </p:cNvPr>
          <p:cNvSpPr txBox="1"/>
          <p:nvPr/>
        </p:nvSpPr>
        <p:spPr>
          <a:xfrm>
            <a:off x="1144737" y="1727470"/>
            <a:ext cx="2444074" cy="21798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200000"/>
              </a:lnSpc>
            </a:pPr>
            <a:r>
              <a:rPr lang="en-US"/>
              <a:t>MS Word</a:t>
            </a:r>
          </a:p>
          <a:p>
            <a:pPr>
              <a:lnSpc>
                <a:spcPct val="200000"/>
              </a:lnSpc>
            </a:pPr>
            <a:r>
              <a:rPr lang="en-US"/>
              <a:t>MS Excel</a:t>
            </a:r>
          </a:p>
          <a:p>
            <a:pPr>
              <a:lnSpc>
                <a:spcPct val="200000"/>
              </a:lnSpc>
            </a:pPr>
            <a:r>
              <a:rPr lang="en-US" dirty="0"/>
              <a:t>MS </a:t>
            </a:r>
            <a:r>
              <a:rPr lang="en-US"/>
              <a:t>PowerPoint</a:t>
            </a:r>
            <a:endParaRPr lang="en-US" dirty="0"/>
          </a:p>
          <a:p>
            <a:pPr>
              <a:lnSpc>
                <a:spcPct val="200000"/>
              </a:lnSpc>
            </a:pPr>
            <a:r>
              <a:rPr lang="en-US"/>
              <a:t>MS Outlook</a:t>
            </a:r>
            <a:endParaRPr lang="en-US" dirty="0"/>
          </a:p>
          <a:p>
            <a:pPr>
              <a:lnSpc>
                <a:spcPct val="200000"/>
              </a:lnSpc>
            </a:pPr>
            <a:r>
              <a:rPr lang="en-US"/>
              <a:t>MS Teams</a:t>
            </a:r>
            <a:endParaRPr lang="en-US" dirty="0"/>
          </a:p>
        </p:txBody>
      </p:sp>
      <p:pic>
        <p:nvPicPr>
          <p:cNvPr id="9" name="Picture 8">
            <a:extLst>
              <a:ext uri="{FF2B5EF4-FFF2-40B4-BE49-F238E27FC236}">
                <a16:creationId xmlns:a16="http://schemas.microsoft.com/office/drawing/2014/main" id="{B7028BA6-4D6A-4DEB-09C8-9EE25395CB11}"/>
              </a:ext>
            </a:extLst>
          </p:cNvPr>
          <p:cNvPicPr>
            <a:picLocks noChangeAspect="1"/>
          </p:cNvPicPr>
          <p:nvPr/>
        </p:nvPicPr>
        <p:blipFill>
          <a:blip r:embed="rId5"/>
          <a:stretch>
            <a:fillRect/>
          </a:stretch>
        </p:blipFill>
        <p:spPr>
          <a:xfrm>
            <a:off x="590548" y="3488870"/>
            <a:ext cx="359233" cy="419102"/>
          </a:xfrm>
          <a:prstGeom prst="rect">
            <a:avLst/>
          </a:prstGeom>
        </p:spPr>
      </p:pic>
      <p:pic>
        <p:nvPicPr>
          <p:cNvPr id="10" name="Picture 9">
            <a:extLst>
              <a:ext uri="{FF2B5EF4-FFF2-40B4-BE49-F238E27FC236}">
                <a16:creationId xmlns:a16="http://schemas.microsoft.com/office/drawing/2014/main" id="{7D83CD1E-CF5C-309A-4105-5B86CA7AE450}"/>
              </a:ext>
            </a:extLst>
          </p:cNvPr>
          <p:cNvPicPr>
            <a:picLocks noChangeAspect="1"/>
          </p:cNvPicPr>
          <p:nvPr/>
        </p:nvPicPr>
        <p:blipFill>
          <a:blip r:embed="rId6"/>
          <a:srcRect t="-15789" b="17544"/>
          <a:stretch>
            <a:fillRect/>
          </a:stretch>
        </p:blipFill>
        <p:spPr>
          <a:xfrm>
            <a:off x="595993" y="2699656"/>
            <a:ext cx="326572" cy="299455"/>
          </a:xfrm>
          <a:prstGeom prst="rect">
            <a:avLst/>
          </a:prstGeom>
        </p:spPr>
      </p:pic>
      <p:pic>
        <p:nvPicPr>
          <p:cNvPr id="12" name="Picture 11">
            <a:extLst>
              <a:ext uri="{FF2B5EF4-FFF2-40B4-BE49-F238E27FC236}">
                <a16:creationId xmlns:a16="http://schemas.microsoft.com/office/drawing/2014/main" id="{456344F9-A546-5996-C3BB-3668B32391F7}"/>
              </a:ext>
            </a:extLst>
          </p:cNvPr>
          <p:cNvPicPr>
            <a:picLocks noChangeAspect="1"/>
          </p:cNvPicPr>
          <p:nvPr/>
        </p:nvPicPr>
        <p:blipFill>
          <a:blip r:embed="rId7"/>
          <a:stretch>
            <a:fillRect/>
          </a:stretch>
        </p:blipFill>
        <p:spPr>
          <a:xfrm flipV="1">
            <a:off x="565704" y="3156857"/>
            <a:ext cx="359932" cy="332014"/>
          </a:xfrm>
          <a:prstGeom prst="rect">
            <a:avLst/>
          </a:prstGeom>
        </p:spPr>
      </p:pic>
      <p:pic>
        <p:nvPicPr>
          <p:cNvPr id="13" name="Picture 12">
            <a:extLst>
              <a:ext uri="{FF2B5EF4-FFF2-40B4-BE49-F238E27FC236}">
                <a16:creationId xmlns:a16="http://schemas.microsoft.com/office/drawing/2014/main" id="{72C310A7-2C11-E0E6-4848-3571F8164162}"/>
              </a:ext>
            </a:extLst>
          </p:cNvPr>
          <p:cNvPicPr>
            <a:picLocks noChangeAspect="1"/>
          </p:cNvPicPr>
          <p:nvPr/>
        </p:nvPicPr>
        <p:blipFill>
          <a:blip r:embed="rId8"/>
          <a:stretch>
            <a:fillRect/>
          </a:stretch>
        </p:blipFill>
        <p:spPr>
          <a:xfrm flipV="1">
            <a:off x="494947" y="2291443"/>
            <a:ext cx="533402" cy="332014"/>
          </a:xfrm>
          <a:prstGeom prst="rect">
            <a:avLst/>
          </a:prstGeom>
        </p:spPr>
      </p:pic>
      <p:sp>
        <p:nvSpPr>
          <p:cNvPr id="14" name="TextBox 13">
            <a:extLst>
              <a:ext uri="{FF2B5EF4-FFF2-40B4-BE49-F238E27FC236}">
                <a16:creationId xmlns:a16="http://schemas.microsoft.com/office/drawing/2014/main" id="{1B9E8007-D015-201E-3ADB-ED2B31943023}"/>
              </a:ext>
            </a:extLst>
          </p:cNvPr>
          <p:cNvSpPr txBox="1"/>
          <p:nvPr/>
        </p:nvSpPr>
        <p:spPr>
          <a:xfrm>
            <a:off x="3073120" y="1419328"/>
            <a:ext cx="5169876"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Programming &amp; OS</a:t>
            </a:r>
          </a:p>
        </p:txBody>
      </p:sp>
      <p:cxnSp>
        <p:nvCxnSpPr>
          <p:cNvPr id="16" name="Google Shape;321;p32">
            <a:extLst>
              <a:ext uri="{FF2B5EF4-FFF2-40B4-BE49-F238E27FC236}">
                <a16:creationId xmlns:a16="http://schemas.microsoft.com/office/drawing/2014/main" id="{7D4DCA9B-D5BB-1215-C8F0-F24FA8EE9439}"/>
              </a:ext>
            </a:extLst>
          </p:cNvPr>
          <p:cNvCxnSpPr/>
          <p:nvPr/>
        </p:nvCxnSpPr>
        <p:spPr>
          <a:xfrm flipH="1" flipV="1">
            <a:off x="2762084" y="1371543"/>
            <a:ext cx="10887" cy="2622376"/>
          </a:xfrm>
          <a:prstGeom prst="straightConnector1">
            <a:avLst/>
          </a:prstGeom>
          <a:noFill/>
          <a:ln w="9525" cap="flat" cmpd="sng">
            <a:solidFill>
              <a:srgbClr val="000000"/>
            </a:solidFill>
            <a:prstDash val="solid"/>
            <a:round/>
            <a:headEnd type="none" w="sm" len="sm"/>
            <a:tailEnd type="none" w="sm" len="sm"/>
          </a:ln>
        </p:spPr>
      </p:cxnSp>
      <p:graphicFrame>
        <p:nvGraphicFramePr>
          <p:cNvPr id="18" name="Table 17">
            <a:extLst>
              <a:ext uri="{FF2B5EF4-FFF2-40B4-BE49-F238E27FC236}">
                <a16:creationId xmlns:a16="http://schemas.microsoft.com/office/drawing/2014/main" id="{210FBBB9-1FB6-F512-12C8-2F81DD927F19}"/>
              </a:ext>
            </a:extLst>
          </p:cNvPr>
          <p:cNvGraphicFramePr>
            <a:graphicFrameLocks noGrp="1"/>
          </p:cNvGraphicFramePr>
          <p:nvPr>
            <p:extLst>
              <p:ext uri="{D42A27DB-BD31-4B8C-83A1-F6EECF244321}">
                <p14:modId xmlns:p14="http://schemas.microsoft.com/office/powerpoint/2010/main" val="132877887"/>
              </p:ext>
            </p:extLst>
          </p:nvPr>
        </p:nvGraphicFramePr>
        <p:xfrm>
          <a:off x="3149238" y="1723862"/>
          <a:ext cx="5872168" cy="2286000"/>
        </p:xfrm>
        <a:graphic>
          <a:graphicData uri="http://schemas.openxmlformats.org/drawingml/2006/table">
            <a:tbl>
              <a:tblPr>
                <a:tableStyleId>{2D5ABB26-0587-4C30-8999-92F81FD0307C}</a:tableStyleId>
              </a:tblPr>
              <a:tblGrid>
                <a:gridCol w="1738819">
                  <a:extLst>
                    <a:ext uri="{9D8B030D-6E8A-4147-A177-3AD203B41FA5}">
                      <a16:colId xmlns:a16="http://schemas.microsoft.com/office/drawing/2014/main" val="2943453439"/>
                    </a:ext>
                  </a:extLst>
                </a:gridCol>
                <a:gridCol w="340468">
                  <a:extLst>
                    <a:ext uri="{9D8B030D-6E8A-4147-A177-3AD203B41FA5}">
                      <a16:colId xmlns:a16="http://schemas.microsoft.com/office/drawing/2014/main" val="1709293093"/>
                    </a:ext>
                  </a:extLst>
                </a:gridCol>
                <a:gridCol w="3792881">
                  <a:extLst>
                    <a:ext uri="{9D8B030D-6E8A-4147-A177-3AD203B41FA5}">
                      <a16:colId xmlns:a16="http://schemas.microsoft.com/office/drawing/2014/main" val="588219042"/>
                    </a:ext>
                  </a:extLst>
                </a:gridCol>
              </a:tblGrid>
              <a:tr h="457200">
                <a:tc>
                  <a:txBody>
                    <a:bodyPr/>
                    <a:lstStyle/>
                    <a:p>
                      <a:pPr marL="0" marR="0" lvl="0" indent="0" algn="l">
                        <a:lnSpc>
                          <a:spcPct val="100000"/>
                        </a:lnSpc>
                        <a:spcBef>
                          <a:spcPts val="0"/>
                        </a:spcBef>
                        <a:spcAft>
                          <a:spcPts val="0"/>
                        </a:spcAft>
                        <a:buNone/>
                      </a:pPr>
                      <a:r>
                        <a:rPr lang="en-US" sz="1200" b="0" i="0" u="none" strike="noStrike" noProof="0">
                          <a:solidFill>
                            <a:srgbClr val="000000"/>
                          </a:solidFill>
                          <a:latin typeface="Arial"/>
                          <a:cs typeface="Arial"/>
                        </a:rPr>
                        <a:t>Operating Systems  </a:t>
                      </a:r>
                    </a:p>
                  </a:txBody>
                  <a:tcPr marL="45720" marR="45720" anchor="ctr">
                    <a:lnL w="0">
                      <a:noFill/>
                    </a:lnL>
                    <a:lnR w="0">
                      <a:noFill/>
                    </a:lnR>
                    <a:lnT w="0">
                      <a:noFill/>
                    </a:lnT>
                    <a:lnB w="0">
                      <a:noFill/>
                    </a:lnB>
                  </a:tcPr>
                </a:tc>
                <a:tc>
                  <a:txBody>
                    <a:bodyPr/>
                    <a:lstStyle/>
                    <a:p>
                      <a:pPr lvl="0">
                        <a:buNone/>
                      </a:pPr>
                      <a:r>
                        <a:rPr lang="en-US" sz="1200"/>
                        <a:t>:</a:t>
                      </a:r>
                      <a:endParaRPr lang="en-US" sz="1200" dirty="0"/>
                    </a:p>
                  </a:txBody>
                  <a:tcPr marL="45720" marR="45720" anchor="ctr">
                    <a:lnL w="0">
                      <a:noFill/>
                    </a:lnL>
                    <a:lnR w="0">
                      <a:noFill/>
                    </a:lnR>
                    <a:lnT w="0">
                      <a:noFill/>
                    </a:lnT>
                    <a:lnB w="0">
                      <a:noFill/>
                    </a:lnB>
                  </a:tcPr>
                </a:tc>
                <a:tc>
                  <a:txBody>
                    <a:bodyPr/>
                    <a:lstStyle/>
                    <a:p>
                      <a:pPr lvl="0" algn="l">
                        <a:lnSpc>
                          <a:spcPct val="100000"/>
                        </a:lnSpc>
                        <a:spcBef>
                          <a:spcPts val="0"/>
                        </a:spcBef>
                        <a:spcAft>
                          <a:spcPts val="0"/>
                        </a:spcAft>
                        <a:buNone/>
                      </a:pPr>
                      <a:r>
                        <a:rPr lang="en-US" sz="1200" b="0" i="0" u="none" strike="noStrike" noProof="0">
                          <a:solidFill>
                            <a:srgbClr val="000000"/>
                          </a:solidFill>
                          <a:latin typeface="Arial"/>
                          <a:cs typeface="Arial"/>
                        </a:rPr>
                        <a:t>Linux, Windows.</a:t>
                      </a:r>
                      <a:endParaRPr lang="en-US" sz="1200" b="0" i="0" u="none" strike="noStrike" noProof="0" dirty="0">
                        <a:solidFill>
                          <a:srgbClr val="000000"/>
                        </a:solidFill>
                        <a:latin typeface="Arial"/>
                        <a:cs typeface="Arial"/>
                      </a:endParaRPr>
                    </a:p>
                  </a:txBody>
                  <a:tcPr marL="45720" marR="45720" anchor="ctr">
                    <a:lnL w="0">
                      <a:noFill/>
                    </a:lnL>
                    <a:lnR w="0">
                      <a:noFill/>
                    </a:lnR>
                    <a:lnT w="0">
                      <a:noFill/>
                    </a:lnT>
                    <a:lnB w="0">
                      <a:noFill/>
                    </a:lnB>
                  </a:tcPr>
                </a:tc>
                <a:extLst>
                  <a:ext uri="{0D108BD9-81ED-4DB2-BD59-A6C34878D82A}">
                    <a16:rowId xmlns:a16="http://schemas.microsoft.com/office/drawing/2014/main" val="2774463552"/>
                  </a:ext>
                </a:extLst>
              </a:tr>
              <a:tr h="457200">
                <a:tc>
                  <a:txBody>
                    <a:bodyPr/>
                    <a:lstStyle/>
                    <a:p>
                      <a:pPr lvl="0">
                        <a:buNone/>
                      </a:pPr>
                      <a:r>
                        <a:rPr lang="en-US" sz="1200" b="0" i="0" u="none" strike="noStrike" noProof="0">
                          <a:solidFill>
                            <a:srgbClr val="000000"/>
                          </a:solidFill>
                          <a:latin typeface="Arial"/>
                          <a:cs typeface="Arial"/>
                        </a:rPr>
                        <a:t>Languages</a:t>
                      </a:r>
                      <a:endParaRPr lang="en-US" sz="1200" dirty="0"/>
                    </a:p>
                  </a:txBody>
                  <a:tcPr marL="45720" marR="45720" anchor="ctr">
                    <a:lnL w="0">
                      <a:noFill/>
                    </a:lnL>
                    <a:lnR w="0">
                      <a:noFill/>
                    </a:lnR>
                    <a:lnT w="0">
                      <a:noFill/>
                    </a:lnT>
                    <a:lnB w="0">
                      <a:noFill/>
                    </a:lnB>
                  </a:tcPr>
                </a:tc>
                <a:tc>
                  <a:txBody>
                    <a:bodyPr/>
                    <a:lstStyle/>
                    <a:p>
                      <a:pPr lvl="0">
                        <a:buNone/>
                      </a:pPr>
                      <a:r>
                        <a:rPr lang="en-US" sz="1200" b="0" i="0" u="none" strike="noStrike" noProof="0">
                          <a:solidFill>
                            <a:srgbClr val="000000"/>
                          </a:solidFill>
                          <a:latin typeface="Arial"/>
                          <a:cs typeface="Arial"/>
                        </a:rPr>
                        <a:t>:</a:t>
                      </a:r>
                    </a:p>
                  </a:txBody>
                  <a:tcPr marL="45720" marR="45720" anchor="ctr">
                    <a:lnL w="0">
                      <a:noFill/>
                    </a:lnL>
                    <a:lnR w="0">
                      <a:noFill/>
                    </a:lnR>
                    <a:lnT w="0">
                      <a:noFill/>
                    </a:lnT>
                    <a:lnB w="0">
                      <a:noFill/>
                    </a:lnB>
                  </a:tcPr>
                </a:tc>
                <a:tc>
                  <a:txBody>
                    <a:bodyPr/>
                    <a:lstStyle/>
                    <a:p>
                      <a:r>
                        <a:rPr lang="en-US" sz="1200" dirty="0"/>
                        <a:t>Python, C++, </a:t>
                      </a:r>
                      <a:r>
                        <a:rPr lang="en-US" sz="1200" dirty="0" err="1"/>
                        <a:t>Ms</a:t>
                      </a:r>
                      <a:r>
                        <a:rPr lang="en-US" sz="1200" dirty="0"/>
                        <a:t> SQL, HTML, CSS.</a:t>
                      </a:r>
                    </a:p>
                  </a:txBody>
                  <a:tcPr marL="45720" marR="45720" anchor="ctr">
                    <a:lnL w="0">
                      <a:noFill/>
                    </a:lnL>
                    <a:lnR w="0">
                      <a:noFill/>
                    </a:lnR>
                    <a:lnT w="0">
                      <a:noFill/>
                    </a:lnT>
                    <a:lnB w="0">
                      <a:noFill/>
                    </a:lnB>
                  </a:tcPr>
                </a:tc>
                <a:extLst>
                  <a:ext uri="{0D108BD9-81ED-4DB2-BD59-A6C34878D82A}">
                    <a16:rowId xmlns:a16="http://schemas.microsoft.com/office/drawing/2014/main" val="3317935867"/>
                  </a:ext>
                </a:extLst>
              </a:tr>
              <a:tr h="457200">
                <a:tc>
                  <a:txBody>
                    <a:bodyPr/>
                    <a:lstStyle/>
                    <a:p>
                      <a:r>
                        <a:rPr lang="en-US" sz="1200" dirty="0"/>
                        <a:t>Libraries &amp; </a:t>
                      </a:r>
                      <a:r>
                        <a:rPr lang="en-US" sz="1200"/>
                        <a:t>Frameworks</a:t>
                      </a:r>
                      <a:endParaRPr lang="en-US" sz="1200" dirty="0"/>
                    </a:p>
                  </a:txBody>
                  <a:tcPr marL="45720" marR="45720" anchor="ctr">
                    <a:lnL w="0">
                      <a:noFill/>
                    </a:lnL>
                    <a:lnR w="0">
                      <a:noFill/>
                    </a:lnR>
                    <a:lnT w="0">
                      <a:noFill/>
                    </a:lnT>
                    <a:lnB w="0">
                      <a:noFill/>
                    </a:lnB>
                  </a:tcPr>
                </a:tc>
                <a:tc>
                  <a:txBody>
                    <a:bodyPr/>
                    <a:lstStyle/>
                    <a:p>
                      <a:pPr lvl="0">
                        <a:buNone/>
                      </a:pPr>
                      <a:r>
                        <a:rPr lang="en-US" sz="1200"/>
                        <a:t>:</a:t>
                      </a:r>
                      <a:endParaRPr lang="en-US" sz="1200" dirty="0"/>
                    </a:p>
                  </a:txBody>
                  <a:tcPr marL="45720" marR="45720" anchor="ctr">
                    <a:lnL w="0">
                      <a:noFill/>
                    </a:lnL>
                    <a:lnR w="0">
                      <a:noFill/>
                    </a:lnR>
                    <a:lnT w="0">
                      <a:noFill/>
                    </a:lnT>
                    <a:lnB w="0">
                      <a:noFill/>
                    </a:lnB>
                  </a:tcPr>
                </a:tc>
                <a:tc>
                  <a:txBody>
                    <a:bodyPr/>
                    <a:lstStyle/>
                    <a:p>
                      <a:r>
                        <a:rPr lang="en-US" sz="1200" dirty="0" err="1"/>
                        <a:t>Numpy</a:t>
                      </a:r>
                      <a:r>
                        <a:rPr lang="en-US" sz="1200" dirty="0"/>
                        <a:t>, Pandas, Matplotlib, Seaborn, Scikit-Learn, TensorFlow, Flask.</a:t>
                      </a:r>
                    </a:p>
                  </a:txBody>
                  <a:tcPr marL="45720" marR="45720" anchor="ctr">
                    <a:lnL w="0">
                      <a:noFill/>
                    </a:lnL>
                    <a:lnR w="0">
                      <a:noFill/>
                    </a:lnR>
                    <a:lnT w="0">
                      <a:noFill/>
                    </a:lnT>
                    <a:lnB w="0">
                      <a:noFill/>
                    </a:lnB>
                  </a:tcPr>
                </a:tc>
                <a:extLst>
                  <a:ext uri="{0D108BD9-81ED-4DB2-BD59-A6C34878D82A}">
                    <a16:rowId xmlns:a16="http://schemas.microsoft.com/office/drawing/2014/main" val="2484920019"/>
                  </a:ext>
                </a:extLst>
              </a:tr>
              <a:tr h="457200">
                <a:tc>
                  <a:txBody>
                    <a:bodyPr/>
                    <a:lstStyle/>
                    <a:p>
                      <a:r>
                        <a:rPr lang="en-US" sz="1200"/>
                        <a:t>Deep Learning &amp; NLP</a:t>
                      </a:r>
                      <a:endParaRPr lang="en-US" sz="1200" dirty="0"/>
                    </a:p>
                  </a:txBody>
                  <a:tcPr marL="45720" marR="45720" anchor="ctr">
                    <a:lnL w="0">
                      <a:noFill/>
                    </a:lnL>
                    <a:lnR w="0">
                      <a:noFill/>
                    </a:lnR>
                    <a:lnT w="0">
                      <a:noFill/>
                    </a:lnT>
                    <a:lnB w="0">
                      <a:noFill/>
                    </a:lnB>
                  </a:tcPr>
                </a:tc>
                <a:tc>
                  <a:txBody>
                    <a:bodyPr/>
                    <a:lstStyle/>
                    <a:p>
                      <a:pPr lvl="0">
                        <a:buNone/>
                      </a:pPr>
                      <a:r>
                        <a:rPr lang="en-US" sz="1200"/>
                        <a:t>:</a:t>
                      </a:r>
                      <a:endParaRPr lang="en-US" sz="1200" dirty="0"/>
                    </a:p>
                  </a:txBody>
                  <a:tcPr marL="45720" marR="45720" anchor="ctr">
                    <a:lnL w="0">
                      <a:noFill/>
                    </a:lnL>
                    <a:lnR w="0">
                      <a:noFill/>
                    </a:lnR>
                    <a:lnT w="0">
                      <a:noFill/>
                    </a:lnT>
                    <a:lnB w="0">
                      <a:noFill/>
                    </a:lnB>
                  </a:tcPr>
                </a:tc>
                <a:tc>
                  <a:txBody>
                    <a:bodyPr/>
                    <a:lstStyle/>
                    <a:p>
                      <a:r>
                        <a:rPr lang="en-US" sz="1200" dirty="0"/>
                        <a:t>ANN, LSTM, </a:t>
                      </a:r>
                      <a:r>
                        <a:rPr lang="en-US" sz="1200"/>
                        <a:t>Transformers, LLM's.</a:t>
                      </a:r>
                      <a:endParaRPr lang="en-US" sz="1200" dirty="0"/>
                    </a:p>
                  </a:txBody>
                  <a:tcPr marL="45720" marR="45720" anchor="ctr">
                    <a:lnL w="0">
                      <a:noFill/>
                    </a:lnL>
                    <a:lnR w="0">
                      <a:noFill/>
                    </a:lnR>
                    <a:lnT w="0">
                      <a:noFill/>
                    </a:lnT>
                    <a:lnB w="0">
                      <a:noFill/>
                    </a:lnB>
                  </a:tcPr>
                </a:tc>
                <a:extLst>
                  <a:ext uri="{0D108BD9-81ED-4DB2-BD59-A6C34878D82A}">
                    <a16:rowId xmlns:a16="http://schemas.microsoft.com/office/drawing/2014/main" val="3182051120"/>
                  </a:ext>
                </a:extLst>
              </a:tr>
              <a:tr h="457200">
                <a:tc>
                  <a:txBody>
                    <a:bodyPr/>
                    <a:lstStyle/>
                    <a:p>
                      <a:pPr lvl="0">
                        <a:buNone/>
                      </a:pPr>
                      <a:r>
                        <a:rPr lang="en-US" sz="1200"/>
                        <a:t>Tools &amp; IDEs</a:t>
                      </a:r>
                      <a:endParaRPr lang="en-US" sz="1200" dirty="0"/>
                    </a:p>
                  </a:txBody>
                  <a:tcPr marL="45720" marR="45720" anchor="ctr">
                    <a:lnL w="0">
                      <a:noFill/>
                    </a:lnL>
                    <a:lnR w="0">
                      <a:noFill/>
                    </a:lnR>
                    <a:lnT w="0">
                      <a:noFill/>
                    </a:lnT>
                    <a:lnB w="0">
                      <a:noFill/>
                    </a:lnB>
                  </a:tcPr>
                </a:tc>
                <a:tc>
                  <a:txBody>
                    <a:bodyPr/>
                    <a:lstStyle/>
                    <a:p>
                      <a:pPr lvl="0">
                        <a:buNone/>
                      </a:pPr>
                      <a:r>
                        <a:rPr lang="en-US" sz="1200"/>
                        <a:t>:</a:t>
                      </a:r>
                      <a:endParaRPr lang="en-US" sz="1200" dirty="0"/>
                    </a:p>
                  </a:txBody>
                  <a:tcPr marL="45720" marR="45720" anchor="ctr">
                    <a:lnL w="0">
                      <a:noFill/>
                    </a:lnL>
                    <a:lnR w="0">
                      <a:noFill/>
                    </a:lnR>
                    <a:lnT w="0">
                      <a:noFill/>
                    </a:lnT>
                    <a:lnB w="0">
                      <a:noFill/>
                    </a:lnB>
                  </a:tcPr>
                </a:tc>
                <a:tc>
                  <a:txBody>
                    <a:bodyPr/>
                    <a:lstStyle/>
                    <a:p>
                      <a:pPr lvl="0">
                        <a:buNone/>
                      </a:pPr>
                      <a:r>
                        <a:rPr lang="en-US" sz="1200" b="0" i="0" u="none" strike="noStrike" noProof="0" dirty="0">
                          <a:latin typeface="Arial"/>
                          <a:cs typeface="Arial"/>
                        </a:rPr>
                        <a:t>Jupyter Notebook, VS Code, Google </a:t>
                      </a:r>
                      <a:r>
                        <a:rPr lang="en-US" sz="1200" b="0" i="0" u="none" strike="noStrike" noProof="0" dirty="0" err="1">
                          <a:latin typeface="Arial"/>
                          <a:cs typeface="Arial"/>
                        </a:rPr>
                        <a:t>Colab</a:t>
                      </a:r>
                      <a:r>
                        <a:rPr lang="en-US" sz="1200" b="0" i="0" u="none" strike="noStrike" noProof="0" dirty="0">
                          <a:latin typeface="Arial"/>
                          <a:cs typeface="Arial"/>
                        </a:rPr>
                        <a:t>, Git/GitHub, Power BI, MS Excel, Hugging Face.</a:t>
                      </a:r>
                      <a:endParaRPr lang="en-US" sz="1200" dirty="0"/>
                    </a:p>
                  </a:txBody>
                  <a:tcPr marL="45720" marR="45720" anchor="ctr">
                    <a:lnL w="0">
                      <a:noFill/>
                    </a:lnL>
                    <a:lnR w="0">
                      <a:noFill/>
                    </a:lnR>
                    <a:lnT w="0">
                      <a:noFill/>
                    </a:lnT>
                    <a:lnB w="0">
                      <a:noFill/>
                    </a:lnB>
                  </a:tcPr>
                </a:tc>
                <a:extLst>
                  <a:ext uri="{0D108BD9-81ED-4DB2-BD59-A6C34878D82A}">
                    <a16:rowId xmlns:a16="http://schemas.microsoft.com/office/drawing/2014/main" val="359347828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26"/>
          <p:cNvPicPr preferRelativeResize="0"/>
          <p:nvPr/>
        </p:nvPicPr>
        <p:blipFill rotWithShape="1">
          <a:blip r:embed="rId3">
            <a:alphaModFix/>
          </a:blip>
          <a:srcRect t="31261" b="31261"/>
          <a:stretch/>
        </p:blipFill>
        <p:spPr>
          <a:xfrm>
            <a:off x="0" y="0"/>
            <a:ext cx="9144001" cy="5143502"/>
          </a:xfrm>
          <a:prstGeom prst="rect">
            <a:avLst/>
          </a:prstGeom>
          <a:noFill/>
          <a:ln>
            <a:noFill/>
          </a:ln>
        </p:spPr>
      </p:pic>
      <p:sp>
        <p:nvSpPr>
          <p:cNvPr id="3" name="TextBox 2">
            <a:extLst>
              <a:ext uri="{FF2B5EF4-FFF2-40B4-BE49-F238E27FC236}">
                <a16:creationId xmlns:a16="http://schemas.microsoft.com/office/drawing/2014/main" id="{98C45EDE-F371-5EF8-4940-11487BE33F04}"/>
              </a:ext>
            </a:extLst>
          </p:cNvPr>
          <p:cNvSpPr txBox="1"/>
          <p:nvPr/>
        </p:nvSpPr>
        <p:spPr>
          <a:xfrm>
            <a:off x="2362779" y="246550"/>
            <a:ext cx="441844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ormorant Garamond"/>
                <a:ea typeface="Cormorant Garamond"/>
              </a:rPr>
              <a:t>Known Machine Learning Models</a:t>
            </a:r>
          </a:p>
        </p:txBody>
      </p:sp>
      <p:graphicFrame>
        <p:nvGraphicFramePr>
          <p:cNvPr id="5" name="Table 4">
            <a:extLst>
              <a:ext uri="{FF2B5EF4-FFF2-40B4-BE49-F238E27FC236}">
                <a16:creationId xmlns:a16="http://schemas.microsoft.com/office/drawing/2014/main" id="{836B86F5-9F82-8C2B-741F-42C068FE838A}"/>
              </a:ext>
            </a:extLst>
          </p:cNvPr>
          <p:cNvGraphicFramePr>
            <a:graphicFrameLocks noGrp="1"/>
          </p:cNvGraphicFramePr>
          <p:nvPr>
            <p:extLst>
              <p:ext uri="{D42A27DB-BD31-4B8C-83A1-F6EECF244321}">
                <p14:modId xmlns:p14="http://schemas.microsoft.com/office/powerpoint/2010/main" val="1994485648"/>
              </p:ext>
            </p:extLst>
          </p:nvPr>
        </p:nvGraphicFramePr>
        <p:xfrm>
          <a:off x="506185" y="805542"/>
          <a:ext cx="8133189" cy="3946217"/>
        </p:xfrm>
        <a:graphic>
          <a:graphicData uri="http://schemas.openxmlformats.org/drawingml/2006/table">
            <a:tbl>
              <a:tblPr firstRow="1">
                <a:tableStyleId>{2D5ABB26-0587-4C30-8999-92F81FD0307C}</a:tableStyleId>
              </a:tblPr>
              <a:tblGrid>
                <a:gridCol w="506025">
                  <a:extLst>
                    <a:ext uri="{9D8B030D-6E8A-4147-A177-3AD203B41FA5}">
                      <a16:colId xmlns:a16="http://schemas.microsoft.com/office/drawing/2014/main" val="3960897241"/>
                    </a:ext>
                  </a:extLst>
                </a:gridCol>
                <a:gridCol w="2735904">
                  <a:extLst>
                    <a:ext uri="{9D8B030D-6E8A-4147-A177-3AD203B41FA5}">
                      <a16:colId xmlns:a16="http://schemas.microsoft.com/office/drawing/2014/main" val="2162478547"/>
                    </a:ext>
                  </a:extLst>
                </a:gridCol>
                <a:gridCol w="340468">
                  <a:extLst>
                    <a:ext uri="{9D8B030D-6E8A-4147-A177-3AD203B41FA5}">
                      <a16:colId xmlns:a16="http://schemas.microsoft.com/office/drawing/2014/main" val="248129580"/>
                    </a:ext>
                  </a:extLst>
                </a:gridCol>
                <a:gridCol w="4550792">
                  <a:extLst>
                    <a:ext uri="{9D8B030D-6E8A-4147-A177-3AD203B41FA5}">
                      <a16:colId xmlns:a16="http://schemas.microsoft.com/office/drawing/2014/main" val="1393807541"/>
                    </a:ext>
                  </a:extLst>
                </a:gridCol>
              </a:tblGrid>
              <a:tr h="316148">
                <a:tc>
                  <a:txBody>
                    <a:bodyPr/>
                    <a:lstStyle/>
                    <a:p>
                      <a:pPr algn="ctr"/>
                      <a:endParaRPr lang="en-US"/>
                    </a:p>
                  </a:txBody>
                  <a:tcPr anchor="ctr"/>
                </a:tc>
                <a:tc>
                  <a:txBody>
                    <a:bodyPr/>
                    <a:lstStyle/>
                    <a:p>
                      <a:pPr algn="ctr"/>
                      <a:r>
                        <a:rPr lang="en-US" b="1"/>
                        <a:t>Models</a:t>
                      </a:r>
                      <a:endParaRPr lang="en-US" b="1" dirty="0"/>
                    </a:p>
                  </a:txBody>
                  <a:tcPr anchor="ctr"/>
                </a:tc>
                <a:tc>
                  <a:txBody>
                    <a:bodyPr/>
                    <a:lstStyle/>
                    <a:p>
                      <a:pPr algn="ctr"/>
                      <a:endParaRPr lang="en-US" b="1" dirty="0"/>
                    </a:p>
                  </a:txBody>
                  <a:tcPr anchor="ctr"/>
                </a:tc>
                <a:tc>
                  <a:txBody>
                    <a:bodyPr/>
                    <a:lstStyle/>
                    <a:p>
                      <a:pPr algn="ctr"/>
                      <a:r>
                        <a:rPr lang="en-US" b="1"/>
                        <a:t>Description</a:t>
                      </a:r>
                      <a:endParaRPr lang="en-US" b="1" dirty="0"/>
                    </a:p>
                  </a:txBody>
                  <a:tcPr anchor="ctr"/>
                </a:tc>
                <a:extLst>
                  <a:ext uri="{0D108BD9-81ED-4DB2-BD59-A6C34878D82A}">
                    <a16:rowId xmlns:a16="http://schemas.microsoft.com/office/drawing/2014/main" val="2235607253"/>
                  </a:ext>
                </a:extLst>
              </a:tr>
              <a:tr h="415118">
                <a:tc>
                  <a:txBody>
                    <a:bodyPr/>
                    <a:lstStyle/>
                    <a:p>
                      <a:pPr algn="ctr"/>
                      <a:r>
                        <a:rPr lang="en-US"/>
                        <a:t>1.</a:t>
                      </a:r>
                    </a:p>
                  </a:txBody>
                  <a:tcPr anchor="ctr"/>
                </a:tc>
                <a:tc>
                  <a:txBody>
                    <a:bodyPr/>
                    <a:lstStyle/>
                    <a:p>
                      <a:pPr lvl="0">
                        <a:buNone/>
                      </a:pPr>
                      <a:r>
                        <a:rPr lang="en-US" sz="1400" b="0" i="0" u="none" strike="noStrike" noProof="0">
                          <a:solidFill>
                            <a:srgbClr val="000000"/>
                          </a:solidFill>
                          <a:latin typeface="Arial"/>
                          <a:cs typeface="Arial"/>
                        </a:rPr>
                        <a:t>Linear Regression</a:t>
                      </a:r>
                    </a:p>
                  </a:txBody>
                  <a:tcPr anchor="ctr"/>
                </a:tc>
                <a:tc>
                  <a:txBody>
                    <a:bodyPr/>
                    <a:lstStyle/>
                    <a:p>
                      <a:r>
                        <a:rPr lang="en-US"/>
                        <a:t>:</a:t>
                      </a: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Predicts a continuous value such as salary or house price.</a:t>
                      </a:r>
                    </a:p>
                  </a:txBody>
                  <a:tcPr anchor="ctr"/>
                </a:tc>
                <a:extLst>
                  <a:ext uri="{0D108BD9-81ED-4DB2-BD59-A6C34878D82A}">
                    <a16:rowId xmlns:a16="http://schemas.microsoft.com/office/drawing/2014/main" val="4037848365"/>
                  </a:ext>
                </a:extLst>
              </a:tr>
              <a:tr h="415118">
                <a:tc>
                  <a:txBody>
                    <a:bodyPr/>
                    <a:lstStyle/>
                    <a:p>
                      <a:pPr algn="ctr"/>
                      <a:r>
                        <a:rPr lang="en-US"/>
                        <a:t>2.</a:t>
                      </a:r>
                    </a:p>
                  </a:txBody>
                  <a:tcPr anchor="ctr"/>
                </a:tc>
                <a:tc>
                  <a:txBody>
                    <a:bodyPr/>
                    <a:lstStyle/>
                    <a:p>
                      <a:pPr lvl="0">
                        <a:buNone/>
                      </a:pPr>
                      <a:r>
                        <a:rPr lang="en-US" sz="1400" b="0" i="0" u="none" strike="noStrike" noProof="0">
                          <a:solidFill>
                            <a:srgbClr val="000000"/>
                          </a:solidFill>
                          <a:latin typeface="Arial"/>
                          <a:cs typeface="Arial"/>
                        </a:rPr>
                        <a:t>Logistic Regression</a:t>
                      </a:r>
                      <a:endParaRPr lang="en-US" sz="1400" b="0" i="0" u="none" strike="noStrike" noProof="0" dirty="0">
                        <a:solidFill>
                          <a:srgbClr val="000000"/>
                        </a:solidFill>
                        <a:latin typeface="Arial"/>
                        <a:cs typeface="Arial"/>
                      </a:endParaRPr>
                    </a:p>
                  </a:txBody>
                  <a:tcPr anchor="ctr"/>
                </a:tc>
                <a:tc>
                  <a:txBody>
                    <a:bodyPr/>
                    <a:lstStyle/>
                    <a:p>
                      <a:r>
                        <a:rPr lang="en-US"/>
                        <a:t>:</a:t>
                      </a: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Predicts a category such as Spam or Not Spam.</a:t>
                      </a:r>
                    </a:p>
                  </a:txBody>
                  <a:tcPr anchor="ctr"/>
                </a:tc>
                <a:extLst>
                  <a:ext uri="{0D108BD9-81ED-4DB2-BD59-A6C34878D82A}">
                    <a16:rowId xmlns:a16="http://schemas.microsoft.com/office/drawing/2014/main" val="210753395"/>
                  </a:ext>
                </a:extLst>
              </a:tr>
              <a:tr h="415118">
                <a:tc>
                  <a:txBody>
                    <a:bodyPr/>
                    <a:lstStyle/>
                    <a:p>
                      <a:pPr algn="ctr"/>
                      <a:r>
                        <a:rPr lang="en-US"/>
                        <a:t>3.</a:t>
                      </a:r>
                    </a:p>
                  </a:txBody>
                  <a:tcPr anchor="ctr"/>
                </a:tc>
                <a:tc>
                  <a:txBody>
                    <a:bodyPr/>
                    <a:lstStyle/>
                    <a:p>
                      <a:pPr lvl="0">
                        <a:buNone/>
                      </a:pPr>
                      <a:r>
                        <a:rPr lang="en-US" sz="1400" b="0" i="0" u="none" strike="noStrike" noProof="0">
                          <a:solidFill>
                            <a:srgbClr val="000000"/>
                          </a:solidFill>
                          <a:latin typeface="Arial"/>
                          <a:cs typeface="Arial"/>
                        </a:rPr>
                        <a:t>Decision Trees</a:t>
                      </a:r>
                    </a:p>
                  </a:txBody>
                  <a:tcPr anchor="ctr"/>
                </a:tc>
                <a:tc>
                  <a:txBody>
                    <a:bodyPr/>
                    <a:lstStyle/>
                    <a:p>
                      <a:r>
                        <a:rPr lang="en-US"/>
                        <a:t>:</a:t>
                      </a: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Makes decisions using a tree of if-else conditions.</a:t>
                      </a:r>
                    </a:p>
                  </a:txBody>
                  <a:tcPr anchor="ctr"/>
                </a:tc>
                <a:extLst>
                  <a:ext uri="{0D108BD9-81ED-4DB2-BD59-A6C34878D82A}">
                    <a16:rowId xmlns:a16="http://schemas.microsoft.com/office/drawing/2014/main" val="323903117"/>
                  </a:ext>
                </a:extLst>
              </a:tr>
              <a:tr h="415118">
                <a:tc>
                  <a:txBody>
                    <a:bodyPr/>
                    <a:lstStyle/>
                    <a:p>
                      <a:pPr algn="ctr"/>
                      <a:r>
                        <a:rPr lang="en-US"/>
                        <a:t>4.</a:t>
                      </a:r>
                    </a:p>
                  </a:txBody>
                  <a:tcPr anchor="ctr"/>
                </a:tc>
                <a:tc>
                  <a:txBody>
                    <a:bodyPr/>
                    <a:lstStyle/>
                    <a:p>
                      <a:pPr lvl="0">
                        <a:buNone/>
                      </a:pPr>
                      <a:r>
                        <a:rPr lang="en-US" sz="1400" b="0" i="0" u="none" strike="noStrike" noProof="0">
                          <a:solidFill>
                            <a:srgbClr val="000000"/>
                          </a:solidFill>
                          <a:latin typeface="Arial"/>
                          <a:cs typeface="Arial"/>
                        </a:rPr>
                        <a:t>Random Forest</a:t>
                      </a:r>
                    </a:p>
                  </a:txBody>
                  <a:tcPr anchor="ctr"/>
                </a:tc>
                <a:tc>
                  <a:txBody>
                    <a:bodyPr/>
                    <a:lstStyle/>
                    <a:p>
                      <a:r>
                        <a:rPr lang="en-US"/>
                        <a:t>:</a:t>
                      </a:r>
                    </a:p>
                  </a:txBody>
                  <a:tcPr anchor="ctr"/>
                </a:tc>
                <a:tc>
                  <a:txBody>
                    <a:bodyPr/>
                    <a:lstStyle/>
                    <a:p>
                      <a:pPr lvl="0">
                        <a:buNone/>
                      </a:pPr>
                      <a:r>
                        <a:rPr lang="en-US" sz="1400" b="0" i="0" u="none" strike="noStrike" noProof="0">
                          <a:solidFill>
                            <a:srgbClr val="000000"/>
                          </a:solidFill>
                          <a:latin typeface="Arial"/>
                          <a:cs typeface="Arial"/>
                        </a:rPr>
                        <a:t>Uses many decision trees together for more accurate predictions.</a:t>
                      </a:r>
                      <a:endParaRPr lang="en-US"/>
                    </a:p>
                  </a:txBody>
                  <a:tcPr anchor="ctr"/>
                </a:tc>
                <a:extLst>
                  <a:ext uri="{0D108BD9-81ED-4DB2-BD59-A6C34878D82A}">
                    <a16:rowId xmlns:a16="http://schemas.microsoft.com/office/drawing/2014/main" val="1393020910"/>
                  </a:ext>
                </a:extLst>
              </a:tr>
              <a:tr h="415118">
                <a:tc>
                  <a:txBody>
                    <a:bodyPr/>
                    <a:lstStyle/>
                    <a:p>
                      <a:pPr algn="ctr"/>
                      <a:r>
                        <a:rPr lang="en-US"/>
                        <a:t>5.</a:t>
                      </a:r>
                    </a:p>
                  </a:txBody>
                  <a:tcPr anchor="ctr"/>
                </a:tc>
                <a:tc>
                  <a:txBody>
                    <a:bodyPr/>
                    <a:lstStyle/>
                    <a:p>
                      <a:pPr lvl="0">
                        <a:buNone/>
                      </a:pPr>
                      <a:r>
                        <a:rPr lang="en-US" sz="1400" b="0" i="0" u="none" strike="noStrike" noProof="0" dirty="0" err="1">
                          <a:solidFill>
                            <a:srgbClr val="000000"/>
                          </a:solidFill>
                          <a:latin typeface="Arial"/>
                          <a:cs typeface="Arial"/>
                        </a:rPr>
                        <a:t>XGBoost</a:t>
                      </a:r>
                    </a:p>
                  </a:txBody>
                  <a:tcPr anchor="ctr"/>
                </a:tc>
                <a:tc>
                  <a:txBody>
                    <a:bodyPr/>
                    <a:lstStyle/>
                    <a:p>
                      <a:r>
                        <a:rPr lang="en-US"/>
                        <a:t>:</a:t>
                      </a: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An advanced boosting algorithm known for high accuracy and speed.</a:t>
                      </a:r>
                    </a:p>
                  </a:txBody>
                  <a:tcPr anchor="ctr"/>
                </a:tc>
                <a:extLst>
                  <a:ext uri="{0D108BD9-81ED-4DB2-BD59-A6C34878D82A}">
                    <a16:rowId xmlns:a16="http://schemas.microsoft.com/office/drawing/2014/main" val="4054122154"/>
                  </a:ext>
                </a:extLst>
              </a:tr>
              <a:tr h="415118">
                <a:tc>
                  <a:txBody>
                    <a:bodyPr/>
                    <a:lstStyle/>
                    <a:p>
                      <a:pPr algn="ctr"/>
                      <a:r>
                        <a:rPr lang="en-US"/>
                        <a:t>6.</a:t>
                      </a:r>
                    </a:p>
                  </a:txBody>
                  <a:tcPr anchor="ctr"/>
                </a:tc>
                <a:tc>
                  <a:txBody>
                    <a:bodyPr/>
                    <a:lstStyle/>
                    <a:p>
                      <a:pPr lvl="0">
                        <a:buNone/>
                      </a:pPr>
                      <a:r>
                        <a:rPr lang="en-US" sz="1400" b="0" i="0" u="none" strike="noStrike" noProof="0">
                          <a:solidFill>
                            <a:srgbClr val="000000"/>
                          </a:solidFill>
                          <a:latin typeface="Arial"/>
                          <a:cs typeface="Arial"/>
                        </a:rPr>
                        <a:t>Support Vector Machines(SVM)</a:t>
                      </a:r>
                      <a:endParaRPr lang="en-US" sz="1400" b="0" i="0" u="none" strike="noStrike" noProof="0" dirty="0">
                        <a:solidFill>
                          <a:srgbClr val="000000"/>
                        </a:solidFill>
                        <a:latin typeface="Arial"/>
                        <a:cs typeface="Arial"/>
                      </a:endParaRPr>
                    </a:p>
                  </a:txBody>
                  <a:tcPr anchor="ctr"/>
                </a:tc>
                <a:tc>
                  <a:txBody>
                    <a:bodyPr/>
                    <a:lstStyle/>
                    <a:p>
                      <a:r>
                        <a:rPr lang="en-US"/>
                        <a:t>:</a:t>
                      </a:r>
                    </a:p>
                  </a:txBody>
                  <a:tcPr anchor="ctr"/>
                </a:tc>
                <a:tc>
                  <a:txBody>
                    <a:bodyPr/>
                    <a:lstStyle/>
                    <a:p>
                      <a:pPr lvl="0">
                        <a:buNone/>
                      </a:pPr>
                      <a:r>
                        <a:rPr lang="en-US" sz="1400" b="0" i="0" u="none" strike="noStrike" noProof="0">
                          <a:solidFill>
                            <a:srgbClr val="000000"/>
                          </a:solidFill>
                          <a:latin typeface="Arial"/>
                          <a:cs typeface="Arial"/>
                        </a:rPr>
                        <a:t>Finds the best boundary to separate different classes</a:t>
                      </a:r>
                      <a:endParaRPr lang="en-US"/>
                    </a:p>
                  </a:txBody>
                  <a:tcPr anchor="ctr"/>
                </a:tc>
                <a:extLst>
                  <a:ext uri="{0D108BD9-81ED-4DB2-BD59-A6C34878D82A}">
                    <a16:rowId xmlns:a16="http://schemas.microsoft.com/office/drawing/2014/main" val="971442953"/>
                  </a:ext>
                </a:extLst>
              </a:tr>
              <a:tr h="415118">
                <a:tc>
                  <a:txBody>
                    <a:bodyPr/>
                    <a:lstStyle/>
                    <a:p>
                      <a:pPr algn="ctr"/>
                      <a:r>
                        <a:rPr lang="en-US"/>
                        <a:t>7.</a:t>
                      </a:r>
                    </a:p>
                  </a:txBody>
                  <a:tcPr anchor="ctr"/>
                </a:tc>
                <a:tc>
                  <a:txBody>
                    <a:bodyPr/>
                    <a:lstStyle/>
                    <a:p>
                      <a:pPr lvl="0">
                        <a:buNone/>
                      </a:pPr>
                      <a:r>
                        <a:rPr lang="en-US" sz="1400" b="0" i="0" u="none" strike="noStrike" noProof="0">
                          <a:solidFill>
                            <a:srgbClr val="000000"/>
                          </a:solidFill>
                          <a:latin typeface="Arial"/>
                          <a:cs typeface="Arial"/>
                        </a:rPr>
                        <a:t>Naive Bayes</a:t>
                      </a:r>
                      <a:endParaRPr lang="en-US" sz="1400" b="0" i="0" u="none" strike="noStrike" noProof="0" dirty="0">
                        <a:solidFill>
                          <a:srgbClr val="000000"/>
                        </a:solidFill>
                        <a:latin typeface="Arial"/>
                        <a:cs typeface="Arial"/>
                      </a:endParaRPr>
                    </a:p>
                  </a:txBody>
                  <a:tcPr anchor="ctr"/>
                </a:tc>
                <a:tc>
                  <a:txBody>
                    <a:bodyPr/>
                    <a:lstStyle/>
                    <a:p>
                      <a:r>
                        <a:rPr lang="en-US"/>
                        <a:t>:</a:t>
                      </a: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Uses probability to classify data, especially text.</a:t>
                      </a:r>
                    </a:p>
                  </a:txBody>
                  <a:tcPr anchor="ctr"/>
                </a:tc>
                <a:extLst>
                  <a:ext uri="{0D108BD9-81ED-4DB2-BD59-A6C34878D82A}">
                    <a16:rowId xmlns:a16="http://schemas.microsoft.com/office/drawing/2014/main" val="3837279335"/>
                  </a:ext>
                </a:extLst>
              </a:tr>
              <a:tr h="415117">
                <a:tc>
                  <a:txBody>
                    <a:bodyPr/>
                    <a:lstStyle/>
                    <a:p>
                      <a:pPr lvl="0" algn="ctr">
                        <a:buNone/>
                      </a:pPr>
                      <a:r>
                        <a:rPr lang="en-US"/>
                        <a:t>8.</a:t>
                      </a:r>
                      <a:endParaRPr lang="en-US" dirty="0"/>
                    </a:p>
                  </a:txBody>
                  <a:tcPr anchor="ctr"/>
                </a:tc>
                <a:tc>
                  <a:txBody>
                    <a:bodyPr/>
                    <a:lstStyle/>
                    <a:p>
                      <a:pPr lvl="0">
                        <a:buNone/>
                      </a:pPr>
                      <a:r>
                        <a:rPr lang="en-US" sz="1400" b="0" i="0" u="none" strike="noStrike" noProof="0">
                          <a:solidFill>
                            <a:srgbClr val="000000"/>
                          </a:solidFill>
                          <a:latin typeface="Arial"/>
                          <a:cs typeface="Arial"/>
                        </a:rPr>
                        <a:t>Time Series Forecasting</a:t>
                      </a:r>
                      <a:endParaRPr lang="en-US"/>
                    </a:p>
                  </a:txBody>
                  <a:tcPr anchor="ctr"/>
                </a:tc>
                <a:tc>
                  <a:txBody>
                    <a:bodyPr/>
                    <a:lstStyle/>
                    <a:p>
                      <a:pPr lvl="0">
                        <a:buNone/>
                      </a:pPr>
                      <a:r>
                        <a:rPr lang="en-US"/>
                        <a:t>:</a:t>
                      </a:r>
                      <a:endParaRPr lang="en-US" dirty="0"/>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Predicts future values from historical time-based data.</a:t>
                      </a:r>
                    </a:p>
                  </a:txBody>
                  <a:tcPr anchor="ctr"/>
                </a:tc>
                <a:extLst>
                  <a:ext uri="{0D108BD9-81ED-4DB2-BD59-A6C34878D82A}">
                    <a16:rowId xmlns:a16="http://schemas.microsoft.com/office/drawing/2014/main" val="2228519473"/>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pic>
        <p:nvPicPr>
          <p:cNvPr id="233" name="Google Shape;233;p27"/>
          <p:cNvPicPr preferRelativeResize="0"/>
          <p:nvPr/>
        </p:nvPicPr>
        <p:blipFill rotWithShape="1">
          <a:blip r:embed="rId3">
            <a:alphaModFix/>
          </a:blip>
          <a:srcRect t="31261" b="31261"/>
          <a:stretch/>
        </p:blipFill>
        <p:spPr>
          <a:xfrm>
            <a:off x="0" y="0"/>
            <a:ext cx="9144000" cy="5143500"/>
          </a:xfrm>
          <a:prstGeom prst="rect">
            <a:avLst/>
          </a:prstGeom>
          <a:noFill/>
          <a:ln>
            <a:noFill/>
          </a:ln>
        </p:spPr>
      </p:pic>
      <p:sp>
        <p:nvSpPr>
          <p:cNvPr id="4" name="TextBox 3">
            <a:extLst>
              <a:ext uri="{FF2B5EF4-FFF2-40B4-BE49-F238E27FC236}">
                <a16:creationId xmlns:a16="http://schemas.microsoft.com/office/drawing/2014/main" id="{F0820796-8131-36CF-C36A-5EA36766CFFA}"/>
              </a:ext>
            </a:extLst>
          </p:cNvPr>
          <p:cNvSpPr txBox="1"/>
          <p:nvPr/>
        </p:nvSpPr>
        <p:spPr>
          <a:xfrm>
            <a:off x="2460750" y="311864"/>
            <a:ext cx="4222497"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ormorant Garamond"/>
                <a:ea typeface="Cormorant Garamond"/>
              </a:rPr>
              <a:t>Known Neural Networks Models</a:t>
            </a:r>
          </a:p>
        </p:txBody>
      </p:sp>
      <p:graphicFrame>
        <p:nvGraphicFramePr>
          <p:cNvPr id="6" name="Table 5">
            <a:extLst>
              <a:ext uri="{FF2B5EF4-FFF2-40B4-BE49-F238E27FC236}">
                <a16:creationId xmlns:a16="http://schemas.microsoft.com/office/drawing/2014/main" id="{560AB4CD-0C2B-A5B5-BB20-6E965E7D19CD}"/>
              </a:ext>
            </a:extLst>
          </p:cNvPr>
          <p:cNvGraphicFramePr>
            <a:graphicFrameLocks noGrp="1"/>
          </p:cNvGraphicFramePr>
          <p:nvPr>
            <p:extLst>
              <p:ext uri="{D42A27DB-BD31-4B8C-83A1-F6EECF244321}">
                <p14:modId xmlns:p14="http://schemas.microsoft.com/office/powerpoint/2010/main" val="1187136917"/>
              </p:ext>
            </p:extLst>
          </p:nvPr>
        </p:nvGraphicFramePr>
        <p:xfrm>
          <a:off x="495299" y="1001485"/>
          <a:ext cx="8158579" cy="3547028"/>
        </p:xfrm>
        <a:graphic>
          <a:graphicData uri="http://schemas.openxmlformats.org/drawingml/2006/table">
            <a:tbl>
              <a:tblPr firstRow="1">
                <a:tableStyleId>{2D5ABB26-0587-4C30-8999-92F81FD0307C}</a:tableStyleId>
              </a:tblPr>
              <a:tblGrid>
                <a:gridCol w="506025">
                  <a:extLst>
                    <a:ext uri="{9D8B030D-6E8A-4147-A177-3AD203B41FA5}">
                      <a16:colId xmlns:a16="http://schemas.microsoft.com/office/drawing/2014/main" val="3960897241"/>
                    </a:ext>
                  </a:extLst>
                </a:gridCol>
                <a:gridCol w="3210126">
                  <a:extLst>
                    <a:ext uri="{9D8B030D-6E8A-4147-A177-3AD203B41FA5}">
                      <a16:colId xmlns:a16="http://schemas.microsoft.com/office/drawing/2014/main" val="2162478547"/>
                    </a:ext>
                  </a:extLst>
                </a:gridCol>
                <a:gridCol w="267510">
                  <a:extLst>
                    <a:ext uri="{9D8B030D-6E8A-4147-A177-3AD203B41FA5}">
                      <a16:colId xmlns:a16="http://schemas.microsoft.com/office/drawing/2014/main" val="248129580"/>
                    </a:ext>
                  </a:extLst>
                </a:gridCol>
                <a:gridCol w="4174918">
                  <a:extLst>
                    <a:ext uri="{9D8B030D-6E8A-4147-A177-3AD203B41FA5}">
                      <a16:colId xmlns:a16="http://schemas.microsoft.com/office/drawing/2014/main" val="1393807541"/>
                    </a:ext>
                  </a:extLst>
                </a:gridCol>
              </a:tblGrid>
              <a:tr h="316148">
                <a:tc>
                  <a:txBody>
                    <a:bodyPr/>
                    <a:lstStyle/>
                    <a:p>
                      <a:pPr algn="ctr"/>
                      <a:endParaRPr lang="en-US"/>
                    </a:p>
                  </a:txBody>
                  <a:tcPr anchor="ctr"/>
                </a:tc>
                <a:tc>
                  <a:txBody>
                    <a:bodyPr/>
                    <a:lstStyle/>
                    <a:p>
                      <a:pPr algn="ctr"/>
                      <a:r>
                        <a:rPr lang="en-US" b="1"/>
                        <a:t>NN Models</a:t>
                      </a:r>
                      <a:endParaRPr lang="en-US" b="1" dirty="0"/>
                    </a:p>
                  </a:txBody>
                  <a:tcPr anchor="ctr"/>
                </a:tc>
                <a:tc>
                  <a:txBody>
                    <a:bodyPr/>
                    <a:lstStyle/>
                    <a:p>
                      <a:pPr algn="ctr"/>
                      <a:endParaRPr lang="en-US" b="1" dirty="0"/>
                    </a:p>
                  </a:txBody>
                  <a:tcPr anchor="ctr"/>
                </a:tc>
                <a:tc>
                  <a:txBody>
                    <a:bodyPr/>
                    <a:lstStyle/>
                    <a:p>
                      <a:pPr algn="ctr"/>
                      <a:r>
                        <a:rPr lang="en-US" b="1"/>
                        <a:t>Description</a:t>
                      </a:r>
                      <a:endParaRPr lang="en-US" b="1" dirty="0"/>
                    </a:p>
                  </a:txBody>
                  <a:tcPr anchor="ctr"/>
                </a:tc>
                <a:extLst>
                  <a:ext uri="{0D108BD9-81ED-4DB2-BD59-A6C34878D82A}">
                    <a16:rowId xmlns:a16="http://schemas.microsoft.com/office/drawing/2014/main" val="2235607253"/>
                  </a:ext>
                </a:extLst>
              </a:tr>
              <a:tr h="415118">
                <a:tc>
                  <a:txBody>
                    <a:bodyPr/>
                    <a:lstStyle/>
                    <a:p>
                      <a:pPr algn="ctr"/>
                      <a:r>
                        <a:rPr lang="en-US"/>
                        <a:t>1.</a:t>
                      </a:r>
                    </a:p>
                  </a:txBody>
                  <a:tcPr anchor="ctr"/>
                </a:tc>
                <a:tc>
                  <a:txBody>
                    <a:bodyPr/>
                    <a:lstStyle/>
                    <a:p>
                      <a:pPr lvl="0">
                        <a:buNone/>
                      </a:pPr>
                      <a:r>
                        <a:rPr lang="en-US" sz="1400" b="0" i="0" u="none" strike="noStrike" noProof="0">
                          <a:solidFill>
                            <a:srgbClr val="000000"/>
                          </a:solidFill>
                          <a:latin typeface="Arial"/>
                          <a:cs typeface="Arial"/>
                        </a:rPr>
                        <a:t>Feedforward Neural Networks (FNN)</a:t>
                      </a:r>
                      <a:endParaRPr lang="en-US" sz="1400" b="0" i="0" u="none" strike="noStrike" noProof="0" dirty="0">
                        <a:solidFill>
                          <a:srgbClr val="000000"/>
                        </a:solidFill>
                        <a:latin typeface="Arial"/>
                        <a:cs typeface="Arial"/>
                      </a:endParaRPr>
                    </a:p>
                  </a:txBody>
                  <a:tcPr anchor="ctr"/>
                </a:tc>
                <a:tc>
                  <a:txBody>
                    <a:bodyPr/>
                    <a:lstStyle/>
                    <a:p>
                      <a:r>
                        <a:rPr lang="en-US"/>
                        <a:t>:</a:t>
                      </a:r>
                    </a:p>
                  </a:txBody>
                  <a:tcPr anchor="ctr"/>
                </a:tc>
                <a:tc>
                  <a:txBody>
                    <a:bodyPr/>
                    <a:lstStyle/>
                    <a:p>
                      <a:pPr lvl="0" algn="just">
                        <a:lnSpc>
                          <a:spcPct val="100000"/>
                        </a:lnSpc>
                        <a:spcBef>
                          <a:spcPts val="0"/>
                        </a:spcBef>
                        <a:spcAft>
                          <a:spcPts val="0"/>
                        </a:spcAft>
                        <a:buNone/>
                      </a:pPr>
                      <a:r>
                        <a:rPr lang="en-US" sz="1400" b="0" i="0" u="none" strike="noStrike" noProof="0" dirty="0">
                          <a:solidFill>
                            <a:srgbClr val="000000"/>
                          </a:solidFill>
                          <a:latin typeface="Arial"/>
                          <a:cs typeface="Arial"/>
                        </a:rPr>
                        <a:t>The simplest neural network where data flows from the input layer to the output </a:t>
                      </a:r>
                      <a:r>
                        <a:rPr lang="en-US" sz="1400" b="0" i="0" u="none" strike="noStrike" noProof="0" dirty="0" err="1">
                          <a:solidFill>
                            <a:srgbClr val="000000"/>
                          </a:solidFill>
                          <a:latin typeface="Arial"/>
                          <a:cs typeface="Arial"/>
                        </a:rPr>
                        <a:t>layerwithout</a:t>
                      </a:r>
                      <a:r>
                        <a:rPr lang="en-US" sz="1400" b="0" i="0" u="none" strike="noStrike" noProof="0" dirty="0">
                          <a:solidFill>
                            <a:srgbClr val="000000"/>
                          </a:solidFill>
                          <a:latin typeface="Arial"/>
                          <a:cs typeface="Arial"/>
                        </a:rPr>
                        <a:t> looping back.</a:t>
                      </a:r>
                      <a:endParaRPr lang="en-US" dirty="0"/>
                    </a:p>
                  </a:txBody>
                  <a:tcPr anchor="ctr"/>
                </a:tc>
                <a:extLst>
                  <a:ext uri="{0D108BD9-81ED-4DB2-BD59-A6C34878D82A}">
                    <a16:rowId xmlns:a16="http://schemas.microsoft.com/office/drawing/2014/main" val="4037848365"/>
                  </a:ext>
                </a:extLst>
              </a:tr>
              <a:tr h="415118">
                <a:tc>
                  <a:txBody>
                    <a:bodyPr/>
                    <a:lstStyle/>
                    <a:p>
                      <a:pPr algn="ctr"/>
                      <a:r>
                        <a:rPr lang="en-US"/>
                        <a:t>2.</a:t>
                      </a:r>
                    </a:p>
                  </a:txBody>
                  <a:tcPr anchor="ctr"/>
                </a:tc>
                <a:tc>
                  <a:txBody>
                    <a:bodyPr/>
                    <a:lstStyle/>
                    <a:p>
                      <a:pPr lvl="0">
                        <a:buNone/>
                      </a:pPr>
                      <a:r>
                        <a:rPr lang="en-US" sz="1400" b="0" i="0" u="none" strike="noStrike" noProof="0">
                          <a:solidFill>
                            <a:srgbClr val="000000"/>
                          </a:solidFill>
                          <a:latin typeface="Arial"/>
                          <a:cs typeface="Arial"/>
                        </a:rPr>
                        <a:t>Convolutional Neural Networks (CNN)</a:t>
                      </a:r>
                      <a:endParaRPr lang="en-US" sz="1400" b="0" i="0" u="none" strike="noStrike" noProof="0" dirty="0">
                        <a:solidFill>
                          <a:srgbClr val="000000"/>
                        </a:solidFill>
                        <a:latin typeface="Arial"/>
                        <a:cs typeface="Arial"/>
                      </a:endParaRPr>
                    </a:p>
                  </a:txBody>
                  <a:tcPr anchor="ctr"/>
                </a:tc>
                <a:tc>
                  <a:txBody>
                    <a:bodyPr/>
                    <a:lstStyle/>
                    <a:p>
                      <a:r>
                        <a:rPr lang="en-US"/>
                        <a:t>:</a:t>
                      </a:r>
                    </a:p>
                  </a:txBody>
                  <a:tcPr anchor="ctr"/>
                </a:tc>
                <a:tc>
                  <a:txBody>
                    <a:bodyPr/>
                    <a:lstStyle/>
                    <a:p>
                      <a:pPr lvl="0" algn="just">
                        <a:lnSpc>
                          <a:spcPct val="100000"/>
                        </a:lnSpc>
                        <a:spcBef>
                          <a:spcPts val="0"/>
                        </a:spcBef>
                        <a:spcAft>
                          <a:spcPts val="0"/>
                        </a:spcAft>
                        <a:buNone/>
                      </a:pPr>
                      <a:r>
                        <a:rPr lang="en-US" sz="1400" b="0" i="0" u="none" strike="noStrike" noProof="0" dirty="0">
                          <a:solidFill>
                            <a:srgbClr val="000000"/>
                          </a:solidFill>
                          <a:latin typeface="Arial"/>
                          <a:cs typeface="Arial"/>
                        </a:rPr>
                        <a:t>A deep learning model designed to automatically detect and learn features </a:t>
                      </a:r>
                      <a:r>
                        <a:rPr lang="en-US" sz="1400" b="0" i="0" u="none" strike="noStrike" noProof="0" dirty="0" err="1">
                          <a:solidFill>
                            <a:srgbClr val="000000"/>
                          </a:solidFill>
                          <a:latin typeface="Arial"/>
                          <a:cs typeface="Arial"/>
                        </a:rPr>
                        <a:t>fromimages</a:t>
                      </a:r>
                      <a:r>
                        <a:rPr lang="en-US" sz="1400" b="0" i="0" u="none" strike="noStrike" noProof="0" dirty="0">
                          <a:solidFill>
                            <a:srgbClr val="000000"/>
                          </a:solidFill>
                          <a:latin typeface="Arial"/>
                          <a:cs typeface="Arial"/>
                        </a:rPr>
                        <a:t> and videos.</a:t>
                      </a:r>
                      <a:endParaRPr lang="en-US" dirty="0"/>
                    </a:p>
                  </a:txBody>
                  <a:tcPr anchor="ctr"/>
                </a:tc>
                <a:extLst>
                  <a:ext uri="{0D108BD9-81ED-4DB2-BD59-A6C34878D82A}">
                    <a16:rowId xmlns:a16="http://schemas.microsoft.com/office/drawing/2014/main" val="210753395"/>
                  </a:ext>
                </a:extLst>
              </a:tr>
              <a:tr h="415118">
                <a:tc>
                  <a:txBody>
                    <a:bodyPr/>
                    <a:lstStyle/>
                    <a:p>
                      <a:pPr algn="ctr"/>
                      <a:r>
                        <a:rPr lang="en-US"/>
                        <a:t>3.</a:t>
                      </a:r>
                    </a:p>
                  </a:txBody>
                  <a:tcPr anchor="ctr"/>
                </a:tc>
                <a:tc>
                  <a:txBody>
                    <a:bodyPr/>
                    <a:lstStyle/>
                    <a:p>
                      <a:pPr lvl="0">
                        <a:buNone/>
                      </a:pPr>
                      <a:r>
                        <a:rPr lang="en-US" sz="1400" b="0" i="0" u="none" strike="noStrike" noProof="0" dirty="0">
                          <a:solidFill>
                            <a:srgbClr val="000000"/>
                          </a:solidFill>
                          <a:latin typeface="Arial"/>
                          <a:cs typeface="Arial"/>
                        </a:rPr>
                        <a:t>Recurrent Neural </a:t>
                      </a:r>
                      <a:r>
                        <a:rPr lang="en-US" sz="1400" b="0" i="0" u="none" strike="noStrike" noProof="0">
                          <a:solidFill>
                            <a:srgbClr val="000000"/>
                          </a:solidFill>
                          <a:latin typeface="Arial"/>
                          <a:cs typeface="Arial"/>
                        </a:rPr>
                        <a:t>Network (RNN)</a:t>
                      </a:r>
                      <a:endParaRPr lang="en-US" sz="1400" b="0" i="0" u="none" strike="noStrike" noProof="0" dirty="0">
                        <a:solidFill>
                          <a:srgbClr val="000000"/>
                        </a:solidFill>
                        <a:latin typeface="Arial"/>
                        <a:cs typeface="Arial"/>
                      </a:endParaRPr>
                    </a:p>
                  </a:txBody>
                  <a:tcPr anchor="ctr"/>
                </a:tc>
                <a:tc>
                  <a:txBody>
                    <a:bodyPr/>
                    <a:lstStyle/>
                    <a:p>
                      <a:r>
                        <a:rPr lang="en-US"/>
                        <a:t>:</a:t>
                      </a:r>
                    </a:p>
                  </a:txBody>
                  <a:tcPr anchor="ctr"/>
                </a:tc>
                <a:tc>
                  <a:txBody>
                    <a:bodyPr/>
                    <a:lstStyle/>
                    <a:p>
                      <a:pPr lvl="0" algn="just">
                        <a:lnSpc>
                          <a:spcPct val="100000"/>
                        </a:lnSpc>
                        <a:spcBef>
                          <a:spcPts val="0"/>
                        </a:spcBef>
                        <a:spcAft>
                          <a:spcPts val="0"/>
                        </a:spcAft>
                        <a:buNone/>
                      </a:pPr>
                      <a:r>
                        <a:rPr lang="en-US" sz="1400" b="0" i="0" u="none" strike="noStrike" noProof="0" dirty="0">
                          <a:solidFill>
                            <a:srgbClr val="000000"/>
                          </a:solidFill>
                          <a:latin typeface="Arial"/>
                          <a:cs typeface="Arial"/>
                        </a:rPr>
                        <a:t>A neural network that processes sequential data by using information from </a:t>
                      </a:r>
                      <a:r>
                        <a:rPr lang="en-US" sz="1400" b="0" i="0" u="none" strike="noStrike" noProof="0" dirty="0" err="1">
                          <a:solidFill>
                            <a:srgbClr val="000000"/>
                          </a:solidFill>
                          <a:latin typeface="Arial"/>
                          <a:cs typeface="Arial"/>
                        </a:rPr>
                        <a:t>previousinputs</a:t>
                      </a:r>
                      <a:r>
                        <a:rPr lang="en-US" sz="1400" b="0" i="0" u="none" strike="noStrike" noProof="0" dirty="0">
                          <a:solidFill>
                            <a:srgbClr val="000000"/>
                          </a:solidFill>
                          <a:latin typeface="Arial"/>
                          <a:cs typeface="Arial"/>
                        </a:rPr>
                        <a:t>.</a:t>
                      </a:r>
                      <a:endParaRPr lang="en-US" dirty="0"/>
                    </a:p>
                  </a:txBody>
                  <a:tcPr anchor="ctr"/>
                </a:tc>
                <a:extLst>
                  <a:ext uri="{0D108BD9-81ED-4DB2-BD59-A6C34878D82A}">
                    <a16:rowId xmlns:a16="http://schemas.microsoft.com/office/drawing/2014/main" val="323903117"/>
                  </a:ext>
                </a:extLst>
              </a:tr>
              <a:tr h="415118">
                <a:tc>
                  <a:txBody>
                    <a:bodyPr/>
                    <a:lstStyle/>
                    <a:p>
                      <a:pPr algn="ctr"/>
                      <a:r>
                        <a:rPr lang="en-US"/>
                        <a:t>4.</a:t>
                      </a:r>
                    </a:p>
                  </a:txBody>
                  <a:tcPr anchor="ctr"/>
                </a:tc>
                <a:tc>
                  <a:txBody>
                    <a:bodyPr/>
                    <a:lstStyle/>
                    <a:p>
                      <a:pPr lvl="0">
                        <a:buNone/>
                      </a:pPr>
                      <a:r>
                        <a:rPr lang="en-US" sz="1400" b="0" i="0" u="none" strike="noStrike" noProof="0">
                          <a:solidFill>
                            <a:srgbClr val="000000"/>
                          </a:solidFill>
                          <a:latin typeface="Arial"/>
                          <a:cs typeface="Arial"/>
                        </a:rPr>
                        <a:t>Long Short-Term Memory (LSTM)</a:t>
                      </a:r>
                      <a:endParaRPr lang="en-US" sz="1400" b="0" i="0" u="none" strike="noStrike" noProof="0" dirty="0">
                        <a:solidFill>
                          <a:srgbClr val="000000"/>
                        </a:solidFill>
                        <a:latin typeface="Arial"/>
                        <a:cs typeface="Arial"/>
                      </a:endParaRPr>
                    </a:p>
                  </a:txBody>
                  <a:tcPr anchor="ctr"/>
                </a:tc>
                <a:tc>
                  <a:txBody>
                    <a:bodyPr/>
                    <a:lstStyle/>
                    <a:p>
                      <a:r>
                        <a:rPr lang="en-US"/>
                        <a:t>:</a:t>
                      </a:r>
                    </a:p>
                  </a:txBody>
                  <a:tcPr anchor="ctr"/>
                </a:tc>
                <a:tc>
                  <a:txBody>
                    <a:bodyPr/>
                    <a:lstStyle/>
                    <a:p>
                      <a:pPr lvl="0" algn="just">
                        <a:buNone/>
                      </a:pPr>
                      <a:r>
                        <a:rPr lang="en-US" sz="1400" b="0" i="0" u="none" strike="noStrike" noProof="0" dirty="0">
                          <a:solidFill>
                            <a:srgbClr val="000000"/>
                          </a:solidFill>
                          <a:latin typeface="Arial"/>
                          <a:cs typeface="Arial"/>
                        </a:rPr>
                        <a:t>A specialized RNN that learns long-term dependencies in sequential data </a:t>
                      </a:r>
                      <a:r>
                        <a:rPr lang="en-US" sz="1400" b="0" i="0" u="none" strike="noStrike" noProof="0" dirty="0" err="1">
                          <a:solidFill>
                            <a:srgbClr val="000000"/>
                          </a:solidFill>
                          <a:latin typeface="Arial"/>
                          <a:cs typeface="Arial"/>
                        </a:rPr>
                        <a:t>whileavoiding</a:t>
                      </a:r>
                      <a:r>
                        <a:rPr lang="en-US" sz="1400" b="0" i="0" u="none" strike="noStrike" noProof="0" dirty="0">
                          <a:solidFill>
                            <a:srgbClr val="000000"/>
                          </a:solidFill>
                          <a:latin typeface="Arial"/>
                          <a:cs typeface="Arial"/>
                        </a:rPr>
                        <a:t> the vanishing gradient problem.</a:t>
                      </a:r>
                      <a:endParaRPr lang="en-US" dirty="0"/>
                    </a:p>
                  </a:txBody>
                  <a:tcPr anchor="ctr"/>
                </a:tc>
                <a:extLst>
                  <a:ext uri="{0D108BD9-81ED-4DB2-BD59-A6C34878D82A}">
                    <a16:rowId xmlns:a16="http://schemas.microsoft.com/office/drawing/2014/main" val="1393020910"/>
                  </a:ext>
                </a:extLst>
              </a:tr>
              <a:tr h="415118">
                <a:tc>
                  <a:txBody>
                    <a:bodyPr/>
                    <a:lstStyle/>
                    <a:p>
                      <a:pPr algn="ctr"/>
                      <a:r>
                        <a:rPr lang="en-US"/>
                        <a:t>5.</a:t>
                      </a:r>
                    </a:p>
                  </a:txBody>
                  <a:tcPr anchor="ctr"/>
                </a:tc>
                <a:tc>
                  <a:txBody>
                    <a:bodyPr/>
                    <a:lstStyle/>
                    <a:p>
                      <a:pPr lvl="0">
                        <a:buNone/>
                      </a:pPr>
                      <a:r>
                        <a:rPr lang="en-US" sz="1400" b="0" i="0" u="none" strike="noStrike" noProof="0">
                          <a:solidFill>
                            <a:srgbClr val="000000"/>
                          </a:solidFill>
                          <a:latin typeface="Arial"/>
                          <a:cs typeface="Arial"/>
                        </a:rPr>
                        <a:t>Transformers</a:t>
                      </a:r>
                      <a:endParaRPr lang="en-US" sz="1400" b="0" i="0" u="none" strike="noStrike" noProof="0" dirty="0" err="1">
                        <a:solidFill>
                          <a:srgbClr val="000000"/>
                        </a:solidFill>
                        <a:latin typeface="Arial"/>
                        <a:cs typeface="Arial"/>
                      </a:endParaRPr>
                    </a:p>
                  </a:txBody>
                  <a:tcPr anchor="ctr"/>
                </a:tc>
                <a:tc>
                  <a:txBody>
                    <a:bodyPr/>
                    <a:lstStyle/>
                    <a:p>
                      <a:r>
                        <a:rPr lang="en-US"/>
                        <a:t>:</a:t>
                      </a:r>
                    </a:p>
                  </a:txBody>
                  <a:tcPr anchor="ctr"/>
                </a:tc>
                <a:tc>
                  <a:txBody>
                    <a:bodyPr/>
                    <a:lstStyle/>
                    <a:p>
                      <a:pPr lvl="0" algn="just">
                        <a:lnSpc>
                          <a:spcPct val="100000"/>
                        </a:lnSpc>
                        <a:spcBef>
                          <a:spcPts val="0"/>
                        </a:spcBef>
                        <a:spcAft>
                          <a:spcPts val="0"/>
                        </a:spcAft>
                        <a:buNone/>
                      </a:pPr>
                      <a:r>
                        <a:rPr lang="en-US" sz="1400" b="0" i="0" u="none" strike="noStrike" noProof="0" dirty="0">
                          <a:solidFill>
                            <a:srgbClr val="000000"/>
                          </a:solidFill>
                          <a:latin typeface="Arial"/>
                          <a:cs typeface="Arial"/>
                        </a:rPr>
                        <a:t>A modern deep learning architecture that uses attention mechanisms to </a:t>
                      </a:r>
                      <a:r>
                        <a:rPr lang="en-US" sz="1400" b="0" i="0" u="none" strike="noStrike" noProof="0" dirty="0" err="1">
                          <a:solidFill>
                            <a:srgbClr val="000000"/>
                          </a:solidFill>
                          <a:latin typeface="Arial"/>
                          <a:cs typeface="Arial"/>
                        </a:rPr>
                        <a:t>processsequences</a:t>
                      </a:r>
                      <a:r>
                        <a:rPr lang="en-US" sz="1400" b="0" i="0" u="none" strike="noStrike" noProof="0" dirty="0">
                          <a:solidFill>
                            <a:srgbClr val="000000"/>
                          </a:solidFill>
                          <a:latin typeface="Arial"/>
                          <a:cs typeface="Arial"/>
                        </a:rPr>
                        <a:t> efficiently and in parallel</a:t>
                      </a:r>
                      <a:endParaRPr lang="en-US" dirty="0"/>
                    </a:p>
                  </a:txBody>
                  <a:tcPr anchor="ctr"/>
                </a:tc>
                <a:extLst>
                  <a:ext uri="{0D108BD9-81ED-4DB2-BD59-A6C34878D82A}">
                    <a16:rowId xmlns:a16="http://schemas.microsoft.com/office/drawing/2014/main" val="4054122154"/>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pic>
        <p:nvPicPr>
          <p:cNvPr id="246" name="Google Shape;246;p28"/>
          <p:cNvPicPr preferRelativeResize="0"/>
          <p:nvPr/>
        </p:nvPicPr>
        <p:blipFill rotWithShape="1">
          <a:blip r:embed="rId3">
            <a:alphaModFix/>
          </a:blip>
          <a:srcRect t="31261" b="31261"/>
          <a:stretch/>
        </p:blipFill>
        <p:spPr>
          <a:xfrm>
            <a:off x="0" y="0"/>
            <a:ext cx="9144000" cy="5143500"/>
          </a:xfrm>
          <a:prstGeom prst="rect">
            <a:avLst/>
          </a:prstGeom>
          <a:noFill/>
          <a:ln>
            <a:noFill/>
          </a:ln>
        </p:spPr>
      </p:pic>
      <p:sp>
        <p:nvSpPr>
          <p:cNvPr id="4" name="TextBox 3">
            <a:extLst>
              <a:ext uri="{FF2B5EF4-FFF2-40B4-BE49-F238E27FC236}">
                <a16:creationId xmlns:a16="http://schemas.microsoft.com/office/drawing/2014/main" id="{461CB2C6-CC52-CC19-98CB-1099F4BC65A2}"/>
              </a:ext>
            </a:extLst>
          </p:cNvPr>
          <p:cNvSpPr txBox="1"/>
          <p:nvPr/>
        </p:nvSpPr>
        <p:spPr>
          <a:xfrm>
            <a:off x="3930321" y="257435"/>
            <a:ext cx="128335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Cormorant Garamond"/>
                <a:ea typeface="Cormorant Garamond"/>
              </a:rPr>
              <a:t>Projects</a:t>
            </a:r>
          </a:p>
        </p:txBody>
      </p:sp>
      <p:graphicFrame>
        <p:nvGraphicFramePr>
          <p:cNvPr id="5" name="Table 4">
            <a:extLst>
              <a:ext uri="{FF2B5EF4-FFF2-40B4-BE49-F238E27FC236}">
                <a16:creationId xmlns:a16="http://schemas.microsoft.com/office/drawing/2014/main" id="{28E7D48A-616C-BF1F-E500-64C2292F55BB}"/>
              </a:ext>
            </a:extLst>
          </p:cNvPr>
          <p:cNvGraphicFramePr>
            <a:graphicFrameLocks noGrp="1"/>
          </p:cNvGraphicFramePr>
          <p:nvPr>
            <p:extLst>
              <p:ext uri="{D42A27DB-BD31-4B8C-83A1-F6EECF244321}">
                <p14:modId xmlns:p14="http://schemas.microsoft.com/office/powerpoint/2010/main" val="70577488"/>
              </p:ext>
            </p:extLst>
          </p:nvPr>
        </p:nvGraphicFramePr>
        <p:xfrm>
          <a:off x="892628" y="821871"/>
          <a:ext cx="7509576" cy="3941889"/>
        </p:xfrm>
        <a:graphic>
          <a:graphicData uri="http://schemas.openxmlformats.org/drawingml/2006/table">
            <a:tbl>
              <a:tblPr>
                <a:tableStyleId>{2D5ABB26-0587-4C30-8999-92F81FD0307C}</a:tableStyleId>
              </a:tblPr>
              <a:tblGrid>
                <a:gridCol w="456319">
                  <a:extLst>
                    <a:ext uri="{9D8B030D-6E8A-4147-A177-3AD203B41FA5}">
                      <a16:colId xmlns:a16="http://schemas.microsoft.com/office/drawing/2014/main" val="351485024"/>
                    </a:ext>
                  </a:extLst>
                </a:gridCol>
                <a:gridCol w="1546419">
                  <a:extLst>
                    <a:ext uri="{9D8B030D-6E8A-4147-A177-3AD203B41FA5}">
                      <a16:colId xmlns:a16="http://schemas.microsoft.com/office/drawing/2014/main" val="2450478350"/>
                    </a:ext>
                  </a:extLst>
                </a:gridCol>
                <a:gridCol w="5506838">
                  <a:extLst>
                    <a:ext uri="{9D8B030D-6E8A-4147-A177-3AD203B41FA5}">
                      <a16:colId xmlns:a16="http://schemas.microsoft.com/office/drawing/2014/main" val="1215965465"/>
                    </a:ext>
                  </a:extLst>
                </a:gridCol>
              </a:tblGrid>
              <a:tr h="564961">
                <a:tc>
                  <a:txBody>
                    <a:bodyPr/>
                    <a:lstStyle/>
                    <a:p>
                      <a:pPr lvl="0">
                        <a:buNone/>
                      </a:pPr>
                      <a:endParaRPr lang="en-US" sz="1400" b="0" dirty="0">
                        <a:solidFill>
                          <a:schemeClr val="tx1"/>
                        </a:solidFill>
                        <a:latin typeface="Arial"/>
                        <a:cs typeface="Arial"/>
                      </a:endParaRPr>
                    </a:p>
                  </a:txBody>
                  <a:tcPr anchor="ctr"/>
                </a:tc>
                <a:tc>
                  <a:txBody>
                    <a:bodyPr/>
                    <a:lstStyle/>
                    <a:p>
                      <a:pPr algn="ctr"/>
                      <a:r>
                        <a:rPr lang="en-US" sz="1400" b="1">
                          <a:solidFill>
                            <a:schemeClr val="tx1"/>
                          </a:solidFill>
                          <a:latin typeface="Arial"/>
                          <a:cs typeface="Arial"/>
                        </a:rPr>
                        <a:t>Project Name</a:t>
                      </a:r>
                    </a:p>
                  </a:txBody>
                  <a:tcPr anchor="ctr"/>
                </a:tc>
                <a:tc>
                  <a:txBody>
                    <a:bodyPr/>
                    <a:lstStyle/>
                    <a:p>
                      <a:pPr algn="ctr"/>
                      <a:r>
                        <a:rPr lang="en-US" sz="1400" b="1">
                          <a:solidFill>
                            <a:schemeClr val="tx1"/>
                          </a:solidFill>
                          <a:latin typeface="Arial"/>
                          <a:cs typeface="Arial"/>
                        </a:rPr>
                        <a:t>Description</a:t>
                      </a:r>
                    </a:p>
                  </a:txBody>
                  <a:tcPr anchor="ctr"/>
                </a:tc>
                <a:extLst>
                  <a:ext uri="{0D108BD9-81ED-4DB2-BD59-A6C34878D82A}">
                    <a16:rowId xmlns:a16="http://schemas.microsoft.com/office/drawing/2014/main" val="88716053"/>
                  </a:ext>
                </a:extLst>
              </a:tr>
              <a:tr h="1040043">
                <a:tc>
                  <a:txBody>
                    <a:bodyPr/>
                    <a:lstStyle/>
                    <a:p>
                      <a:pPr lvl="0">
                        <a:buNone/>
                      </a:pPr>
                      <a:r>
                        <a:rPr lang="en-US" sz="1400" b="0">
                          <a:solidFill>
                            <a:schemeClr val="tx1"/>
                          </a:solidFill>
                          <a:latin typeface="Arial"/>
                          <a:cs typeface="Arial"/>
                        </a:rPr>
                        <a:t>1.</a:t>
                      </a:r>
                      <a:endParaRPr lang="en-US" sz="1400" b="0" dirty="0">
                        <a:solidFill>
                          <a:schemeClr val="tx1"/>
                        </a:solidFill>
                        <a:latin typeface="Arial"/>
                        <a:cs typeface="Arial"/>
                      </a:endParaRPr>
                    </a:p>
                  </a:txBody>
                  <a:tcPr anchor="ctr"/>
                </a:tc>
                <a:tc>
                  <a:txBody>
                    <a:bodyPr/>
                    <a:lstStyle/>
                    <a:p>
                      <a:pPr lvl="0" algn="ctr">
                        <a:buNone/>
                      </a:pPr>
                      <a:r>
                        <a:rPr lang="en-US" sz="1400" b="0" i="0" u="none" strike="noStrike" noProof="0">
                          <a:solidFill>
                            <a:schemeClr val="tx1"/>
                          </a:solidFill>
                          <a:latin typeface="Arial"/>
                          <a:cs typeface="Arial"/>
                        </a:rPr>
                        <a:t>Healthcare AI</a:t>
                      </a:r>
                      <a:endParaRPr lang="en-US" sz="1400" b="0" dirty="0">
                        <a:solidFill>
                          <a:schemeClr val="tx1"/>
                        </a:solidFill>
                        <a:latin typeface="Arial"/>
                        <a:cs typeface="Arial"/>
                      </a:endParaRPr>
                    </a:p>
                  </a:txBody>
                  <a:tcPr anchor="ctr"/>
                </a:tc>
                <a:tc>
                  <a:txBody>
                    <a:bodyPr/>
                    <a:lstStyle/>
                    <a:p>
                      <a:pPr lvl="0" algn="just">
                        <a:buNone/>
                      </a:pPr>
                      <a:r>
                        <a:rPr lang="en-US" sz="1400" b="0" i="0" u="none" strike="noStrike" noProof="0">
                          <a:solidFill>
                            <a:schemeClr val="tx1"/>
                          </a:solidFill>
                          <a:latin typeface="Arial"/>
                          <a:cs typeface="Arial"/>
                        </a:rPr>
                        <a:t>A clinical decision support system utilizing Explainable AI. It provides transparent ML diagnostics for Cancer, Diabetes, and Heart disease, offering SHAP/LIME interpretations for medical professionals.        </a:t>
                      </a:r>
                      <a:r>
                        <a:rPr lang="en-US" sz="1400" b="0" i="0" u="none" strike="noStrike" noProof="0" dirty="0">
                          <a:solidFill>
                            <a:schemeClr val="tx1"/>
                          </a:solidFill>
                          <a:latin typeface="Arial"/>
                          <a:cs typeface="Arial"/>
                          <a:hlinkClick r:id="rId4"/>
                        </a:rPr>
                        <a:t>Project Link</a:t>
                      </a:r>
                      <a:r>
                        <a:rPr lang="en-US" sz="1400" b="0" i="0" u="none" strike="noStrike" noProof="0" dirty="0">
                          <a:solidFill>
                            <a:schemeClr val="tx1"/>
                          </a:solidFill>
                          <a:latin typeface="Arial"/>
                          <a:cs typeface="Arial"/>
                        </a:rPr>
                        <a:t>     </a:t>
                      </a:r>
                      <a:r>
                        <a:rPr lang="en-US" sz="1400" b="0" i="0" u="none" strike="noStrike" noProof="0" dirty="0">
                          <a:solidFill>
                            <a:schemeClr val="tx1"/>
                          </a:solidFill>
                          <a:latin typeface="Arial"/>
                          <a:cs typeface="Arial"/>
                          <a:hlinkClick r:id="rId5"/>
                        </a:rPr>
                        <a:t>Code Link</a:t>
                      </a:r>
                      <a:endParaRPr lang="en-US" sz="1400" b="0" dirty="0">
                        <a:solidFill>
                          <a:schemeClr val="tx1"/>
                        </a:solidFill>
                        <a:latin typeface="Arial"/>
                        <a:cs typeface="Arial"/>
                      </a:endParaRPr>
                    </a:p>
                  </a:txBody>
                  <a:tcPr anchor="ctr"/>
                </a:tc>
                <a:extLst>
                  <a:ext uri="{0D108BD9-81ED-4DB2-BD59-A6C34878D82A}">
                    <a16:rowId xmlns:a16="http://schemas.microsoft.com/office/drawing/2014/main" val="2702276080"/>
                  </a:ext>
                </a:extLst>
              </a:tr>
              <a:tr h="1040043">
                <a:tc>
                  <a:txBody>
                    <a:bodyPr/>
                    <a:lstStyle/>
                    <a:p>
                      <a:pPr lvl="0">
                        <a:buNone/>
                      </a:pPr>
                      <a:r>
                        <a:rPr lang="en-US" sz="1400" b="0">
                          <a:solidFill>
                            <a:schemeClr val="tx1"/>
                          </a:solidFill>
                          <a:latin typeface="Arial"/>
                          <a:cs typeface="Arial"/>
                        </a:rPr>
                        <a:t>2.</a:t>
                      </a:r>
                      <a:endParaRPr lang="en-US" sz="1400" b="0" dirty="0">
                        <a:solidFill>
                          <a:schemeClr val="tx1"/>
                        </a:solidFill>
                        <a:latin typeface="Arial"/>
                        <a:cs typeface="Arial"/>
                      </a:endParaRPr>
                    </a:p>
                  </a:txBody>
                  <a:tcPr anchor="ctr"/>
                </a:tc>
                <a:tc>
                  <a:txBody>
                    <a:bodyPr/>
                    <a:lstStyle/>
                    <a:p>
                      <a:pPr lvl="0" algn="ctr">
                        <a:buNone/>
                      </a:pPr>
                      <a:r>
                        <a:rPr lang="en-US" sz="1400" b="0" i="0" u="none" strike="noStrike" noProof="0" dirty="0" err="1">
                          <a:solidFill>
                            <a:schemeClr val="tx1"/>
                          </a:solidFill>
                          <a:latin typeface="Arial"/>
                          <a:cs typeface="Arial"/>
                        </a:rPr>
                        <a:t>SecureVault</a:t>
                      </a:r>
                      <a:endParaRPr lang="en-US" sz="1400" b="0" dirty="0">
                        <a:solidFill>
                          <a:schemeClr val="tx1"/>
                        </a:solidFill>
                        <a:latin typeface="Arial"/>
                        <a:cs typeface="Arial"/>
                      </a:endParaRPr>
                    </a:p>
                  </a:txBody>
                  <a:tcPr anchor="ctr"/>
                </a:tc>
                <a:tc>
                  <a:txBody>
                    <a:bodyPr/>
                    <a:lstStyle/>
                    <a:p>
                      <a:pPr lvl="0" algn="just">
                        <a:buNone/>
                      </a:pPr>
                      <a:r>
                        <a:rPr lang="en-US" sz="1400" b="0" i="0" u="none" strike="noStrike" noProof="0" dirty="0">
                          <a:solidFill>
                            <a:schemeClr val="tx1"/>
                          </a:solidFill>
                          <a:latin typeface="Arial"/>
                          <a:cs typeface="Arial"/>
                        </a:rPr>
                        <a:t>An ultra-secure, professional encryption hub. Built with industry-standard AES-256 encryption, MFA, and real-time telemetry to provide a private, cloud-based "nest" for sensitive data management.        </a:t>
                      </a:r>
                      <a:r>
                        <a:rPr lang="en-US" sz="1400" b="0" i="0" u="none" strike="noStrike" noProof="0" dirty="0">
                          <a:solidFill>
                            <a:schemeClr val="tx1"/>
                          </a:solidFill>
                          <a:latin typeface="Arial"/>
                          <a:cs typeface="Arial"/>
                          <a:hlinkClick r:id="rId6"/>
                        </a:rPr>
                        <a:t>Project Link</a:t>
                      </a:r>
                      <a:r>
                        <a:rPr lang="en-US" sz="1400" b="0" i="0" u="none" strike="noStrike" noProof="0" dirty="0">
                          <a:solidFill>
                            <a:schemeClr val="tx1"/>
                          </a:solidFill>
                          <a:latin typeface="Arial"/>
                          <a:cs typeface="Arial"/>
                        </a:rPr>
                        <a:t>     </a:t>
                      </a:r>
                      <a:r>
                        <a:rPr lang="en-US" sz="1400" b="0" i="0" u="none" strike="noStrike" noProof="0" dirty="0">
                          <a:solidFill>
                            <a:schemeClr val="tx1"/>
                          </a:solidFill>
                          <a:latin typeface="Arial"/>
                          <a:cs typeface="Arial"/>
                          <a:hlinkClick r:id="rId7"/>
                        </a:rPr>
                        <a:t>Code Link</a:t>
                      </a:r>
                      <a:endParaRPr lang="en-US" sz="1400" b="0" dirty="0">
                        <a:solidFill>
                          <a:schemeClr val="tx1"/>
                        </a:solidFill>
                        <a:latin typeface="Arial"/>
                        <a:cs typeface="Arial"/>
                      </a:endParaRPr>
                    </a:p>
                  </a:txBody>
                  <a:tcPr anchor="ctr"/>
                </a:tc>
                <a:extLst>
                  <a:ext uri="{0D108BD9-81ED-4DB2-BD59-A6C34878D82A}">
                    <a16:rowId xmlns:a16="http://schemas.microsoft.com/office/drawing/2014/main" val="258684831"/>
                  </a:ext>
                </a:extLst>
              </a:tr>
              <a:tr h="1296842">
                <a:tc>
                  <a:txBody>
                    <a:bodyPr/>
                    <a:lstStyle/>
                    <a:p>
                      <a:pPr lvl="0">
                        <a:buNone/>
                      </a:pPr>
                      <a:r>
                        <a:rPr lang="en-US" sz="1400" b="0">
                          <a:solidFill>
                            <a:schemeClr val="tx1"/>
                          </a:solidFill>
                          <a:latin typeface="Arial"/>
                          <a:cs typeface="Arial"/>
                        </a:rPr>
                        <a:t>3.</a:t>
                      </a:r>
                      <a:endParaRPr lang="en-US" sz="1400" b="0" dirty="0">
                        <a:solidFill>
                          <a:schemeClr val="tx1"/>
                        </a:solidFill>
                        <a:latin typeface="Arial"/>
                        <a:cs typeface="Arial"/>
                      </a:endParaRPr>
                    </a:p>
                  </a:txBody>
                  <a:tcPr anchor="ctr"/>
                </a:tc>
                <a:tc>
                  <a:txBody>
                    <a:bodyPr/>
                    <a:lstStyle/>
                    <a:p>
                      <a:pPr lvl="0" algn="ctr">
                        <a:lnSpc>
                          <a:spcPct val="100000"/>
                        </a:lnSpc>
                        <a:spcBef>
                          <a:spcPts val="0"/>
                        </a:spcBef>
                        <a:spcAft>
                          <a:spcPts val="0"/>
                        </a:spcAft>
                        <a:buNone/>
                      </a:pPr>
                      <a:r>
                        <a:rPr lang="en-US" sz="1400" b="0" i="0" u="none" strike="noStrike" noProof="0" dirty="0" err="1">
                          <a:solidFill>
                            <a:schemeClr val="tx1"/>
                          </a:solidFill>
                          <a:latin typeface="Arial"/>
                          <a:cs typeface="Arial"/>
                        </a:rPr>
                        <a:t>SpamGuard</a:t>
                      </a:r>
                      <a:endParaRPr lang="en-US" sz="1400" b="0" dirty="0">
                        <a:solidFill>
                          <a:schemeClr val="tx1"/>
                        </a:solidFill>
                        <a:latin typeface="Arial"/>
                        <a:cs typeface="Arial"/>
                      </a:endParaRPr>
                    </a:p>
                  </a:txBody>
                  <a:tcPr anchor="ctr"/>
                </a:tc>
                <a:tc>
                  <a:txBody>
                    <a:bodyPr/>
                    <a:lstStyle/>
                    <a:p>
                      <a:pPr lvl="0" algn="just">
                        <a:buNone/>
                      </a:pPr>
                      <a:r>
                        <a:rPr lang="en-US" sz="1400" b="0" i="0" u="none" strike="noStrike" noProof="0">
                          <a:solidFill>
                            <a:schemeClr val="tx1"/>
                          </a:solidFill>
                          <a:latin typeface="Arial"/>
                          <a:cs typeface="Arial"/>
                        </a:rPr>
                        <a:t>Spam Mail Detection is a machine learning project that classifies emails as Spam or Ham (Not Spam) using text preprocessing, TF-IDF feature extraction, and classification algorithms such as Naïve Bayes and Random Forest.          </a:t>
                      </a:r>
                      <a:r>
                        <a:rPr lang="en-US" sz="1400" b="0" i="0" u="none" strike="noStrike" noProof="0" dirty="0">
                          <a:solidFill>
                            <a:schemeClr val="tx1"/>
                          </a:solidFill>
                          <a:latin typeface="Arial"/>
                          <a:cs typeface="Arial"/>
                          <a:hlinkClick r:id="rId8"/>
                        </a:rPr>
                        <a:t>Code Link</a:t>
                      </a:r>
                      <a:endParaRPr lang="en-US" sz="1400" b="0" i="0" u="none" strike="noStrike" noProof="0">
                        <a:solidFill>
                          <a:schemeClr val="tx1"/>
                        </a:solidFill>
                        <a:latin typeface="Arial"/>
                        <a:cs typeface="Arial"/>
                      </a:endParaRPr>
                    </a:p>
                  </a:txBody>
                  <a:tcPr anchor="ctr"/>
                </a:tc>
                <a:extLst>
                  <a:ext uri="{0D108BD9-81ED-4DB2-BD59-A6C34878D82A}">
                    <a16:rowId xmlns:a16="http://schemas.microsoft.com/office/drawing/2014/main" val="775598459"/>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pic>
        <p:nvPicPr>
          <p:cNvPr id="270" name="Google Shape;270;p30"/>
          <p:cNvPicPr preferRelativeResize="0"/>
          <p:nvPr/>
        </p:nvPicPr>
        <p:blipFill rotWithShape="1">
          <a:blip r:embed="rId3">
            <a:alphaModFix/>
          </a:blip>
          <a:srcRect t="31261" b="31261"/>
          <a:stretch/>
        </p:blipFill>
        <p:spPr>
          <a:xfrm>
            <a:off x="0" y="0"/>
            <a:ext cx="9144000" cy="5143500"/>
          </a:xfrm>
          <a:prstGeom prst="rect">
            <a:avLst/>
          </a:prstGeom>
          <a:noFill/>
          <a:ln>
            <a:noFill/>
          </a:ln>
        </p:spPr>
      </p:pic>
      <p:sp>
        <p:nvSpPr>
          <p:cNvPr id="3" name="TextBox 2">
            <a:extLst>
              <a:ext uri="{FF2B5EF4-FFF2-40B4-BE49-F238E27FC236}">
                <a16:creationId xmlns:a16="http://schemas.microsoft.com/office/drawing/2014/main" id="{121B67F9-3AA1-2913-CF59-ADE021F225F9}"/>
              </a:ext>
            </a:extLst>
          </p:cNvPr>
          <p:cNvSpPr txBox="1"/>
          <p:nvPr/>
        </p:nvSpPr>
        <p:spPr>
          <a:xfrm>
            <a:off x="2836307" y="339078"/>
            <a:ext cx="346594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latin typeface="Cormorant Garamond"/>
                <a:ea typeface="Cormorant Garamond"/>
              </a:rPr>
              <a:t>My Feature Project</a:t>
            </a:r>
          </a:p>
        </p:txBody>
      </p:sp>
      <p:graphicFrame>
        <p:nvGraphicFramePr>
          <p:cNvPr id="5" name="Table 4">
            <a:extLst>
              <a:ext uri="{FF2B5EF4-FFF2-40B4-BE49-F238E27FC236}">
                <a16:creationId xmlns:a16="http://schemas.microsoft.com/office/drawing/2014/main" id="{FA94C87F-2F29-79A5-962E-089912A3ACE1}"/>
              </a:ext>
            </a:extLst>
          </p:cNvPr>
          <p:cNvGraphicFramePr>
            <a:graphicFrameLocks noGrp="1"/>
          </p:cNvGraphicFramePr>
          <p:nvPr>
            <p:extLst>
              <p:ext uri="{D42A27DB-BD31-4B8C-83A1-F6EECF244321}">
                <p14:modId xmlns:p14="http://schemas.microsoft.com/office/powerpoint/2010/main" val="3778775807"/>
              </p:ext>
            </p:extLst>
          </p:nvPr>
        </p:nvGraphicFramePr>
        <p:xfrm>
          <a:off x="601980" y="901990"/>
          <a:ext cx="7936394" cy="4265640"/>
        </p:xfrm>
        <a:graphic>
          <a:graphicData uri="http://schemas.openxmlformats.org/drawingml/2006/table">
            <a:tbl>
              <a:tblPr firstRow="1" bandRow="1">
                <a:tableStyleId>{2D5ABB26-0587-4C30-8999-92F81FD0307C}</a:tableStyleId>
              </a:tblPr>
              <a:tblGrid>
                <a:gridCol w="3968197">
                  <a:extLst>
                    <a:ext uri="{9D8B030D-6E8A-4147-A177-3AD203B41FA5}">
                      <a16:colId xmlns:a16="http://schemas.microsoft.com/office/drawing/2014/main" val="3759755127"/>
                    </a:ext>
                  </a:extLst>
                </a:gridCol>
                <a:gridCol w="3968197">
                  <a:extLst>
                    <a:ext uri="{9D8B030D-6E8A-4147-A177-3AD203B41FA5}">
                      <a16:colId xmlns:a16="http://schemas.microsoft.com/office/drawing/2014/main" val="626043994"/>
                    </a:ext>
                  </a:extLst>
                </a:gridCol>
              </a:tblGrid>
              <a:tr h="437744">
                <a:tc gridSpan="2">
                  <a:txBody>
                    <a:bodyPr/>
                    <a:lstStyle/>
                    <a:p>
                      <a:pPr lvl="0">
                        <a:buNone/>
                      </a:pPr>
                      <a:r>
                        <a:rPr lang="en-US" b="1" dirty="0"/>
                        <a:t>Project Name :</a:t>
                      </a:r>
                      <a:r>
                        <a:rPr lang="en-US" dirty="0"/>
                        <a:t> </a:t>
                      </a:r>
                      <a:r>
                        <a:rPr lang="en-US" sz="1400" b="0" i="0" u="none" strike="noStrike" noProof="0" dirty="0">
                          <a:solidFill>
                            <a:srgbClr val="000000"/>
                          </a:solidFill>
                          <a:latin typeface="Arial"/>
                          <a:cs typeface="Arial"/>
                        </a:rPr>
                        <a:t>KEVA – AI-Powered </a:t>
                      </a:r>
                      <a:r>
                        <a:rPr lang="en-US" sz="1400" b="0" i="0" u="none" strike="noStrike" noProof="0" err="1">
                          <a:solidFill>
                            <a:srgbClr val="000000"/>
                          </a:solidFill>
                          <a:latin typeface="Arial"/>
                          <a:cs typeface="Arial"/>
                        </a:rPr>
                        <a:t>SmartCommunication</a:t>
                      </a:r>
                      <a:r>
                        <a:rPr lang="en-US" sz="1400" b="0" i="0" u="none" strike="noStrike" noProof="0" dirty="0">
                          <a:solidFill>
                            <a:srgbClr val="000000"/>
                          </a:solidFill>
                          <a:latin typeface="Arial"/>
                          <a:cs typeface="Arial"/>
                        </a:rPr>
                        <a:t> Platform</a:t>
                      </a:r>
                      <a:endParaRPr lang="en-US"/>
                    </a:p>
                  </a:txBody>
                  <a:tcPr/>
                </a:tc>
                <a:tc hMerge="1">
                  <a:txBody>
                    <a:bodyPr/>
                    <a:lstStyle/>
                    <a:p>
                      <a:endParaRPr lang="en-US"/>
                    </a:p>
                  </a:txBody>
                  <a:tcPr/>
                </a:tc>
                <a:extLst>
                  <a:ext uri="{0D108BD9-81ED-4DB2-BD59-A6C34878D82A}">
                    <a16:rowId xmlns:a16="http://schemas.microsoft.com/office/drawing/2014/main" val="1985899583"/>
                  </a:ext>
                </a:extLst>
              </a:tr>
              <a:tr h="1191638">
                <a:tc gridSpan="2">
                  <a:txBody>
                    <a:bodyPr/>
                    <a:lstStyle/>
                    <a:p>
                      <a:pPr marL="0" marR="0" lvl="0" indent="0" algn="just">
                        <a:lnSpc>
                          <a:spcPct val="100000"/>
                        </a:lnSpc>
                        <a:spcBef>
                          <a:spcPts val="0"/>
                        </a:spcBef>
                        <a:spcAft>
                          <a:spcPts val="0"/>
                        </a:spcAft>
                        <a:buNone/>
                      </a:pPr>
                      <a:r>
                        <a:rPr lang="en-US" sz="1400" b="1" i="0" u="none" strike="noStrike" noProof="0" dirty="0">
                          <a:solidFill>
                            <a:srgbClr val="000000"/>
                          </a:solidFill>
                          <a:latin typeface="Arial"/>
                          <a:cs typeface="Arial"/>
                        </a:rPr>
                        <a:t>Project Description : </a:t>
                      </a:r>
                      <a:r>
                        <a:rPr lang="en-US" sz="1400" b="0" i="0" u="none" strike="noStrike" noProof="0" dirty="0">
                          <a:solidFill>
                            <a:srgbClr val="000000"/>
                          </a:solidFill>
                          <a:latin typeface="Arial"/>
                          <a:cs typeface="Arial"/>
                        </a:rPr>
                        <a:t>KEVA is an AI-</a:t>
                      </a:r>
                      <a:r>
                        <a:rPr lang="en-US" sz="1400" b="0" i="0" u="none" strike="noStrike" noProof="0" dirty="0" err="1">
                          <a:solidFill>
                            <a:srgbClr val="000000"/>
                          </a:solidFill>
                          <a:latin typeface="Arial"/>
                          <a:cs typeface="Arial"/>
                        </a:rPr>
                        <a:t>poweredcommunication</a:t>
                      </a:r>
                      <a:r>
                        <a:rPr lang="en-US" sz="1400" b="0" i="0" u="none" strike="noStrike" noProof="0" dirty="0">
                          <a:solidFill>
                            <a:srgbClr val="000000"/>
                          </a:solidFill>
                          <a:latin typeface="Arial"/>
                          <a:cs typeface="Arial"/>
                        </a:rPr>
                        <a:t> </a:t>
                      </a:r>
                      <a:r>
                        <a:rPr lang="en-US" sz="1400" b="0" i="0" u="none" strike="noStrike" noProof="0" dirty="0" err="1">
                          <a:solidFill>
                            <a:srgbClr val="000000"/>
                          </a:solidFill>
                          <a:latin typeface="Arial"/>
                          <a:cs typeface="Arial"/>
                        </a:rPr>
                        <a:t>platformdesigned</a:t>
                      </a:r>
                      <a:r>
                        <a:rPr lang="en-US" sz="1400" b="0" i="0" u="none" strike="noStrike" noProof="0" dirty="0">
                          <a:solidFill>
                            <a:srgbClr val="000000"/>
                          </a:solidFill>
                          <a:latin typeface="Arial"/>
                          <a:cs typeface="Arial"/>
                        </a:rPr>
                        <a:t> </a:t>
                      </a:r>
                      <a:r>
                        <a:rPr lang="en-US" sz="1400" b="0" i="0" u="none" strike="noStrike" noProof="0" dirty="0" err="1">
                          <a:solidFill>
                            <a:srgbClr val="000000"/>
                          </a:solidFill>
                          <a:latin typeface="Arial"/>
                          <a:cs typeface="Arial"/>
                        </a:rPr>
                        <a:t>to</a:t>
                      </a:r>
                      <a:r>
                        <a:rPr lang="en-US" sz="1400" b="0" i="0" u="none" strike="noStrike" noProof="0" dirty="0">
                          <a:solidFill>
                            <a:srgbClr val="000000"/>
                          </a:solidFill>
                          <a:latin typeface="Arial"/>
                          <a:cs typeface="Arial"/>
                        </a:rPr>
                        <a:t> provide a smarter, faster, and more secure messaging experience. It integrates advanced Artificial Intelligence features to improve communication, automate routine tasks, and deliver personalized assistance while maintaining user privacy and reliability.</a:t>
                      </a:r>
                      <a:endParaRPr lang="en-US">
                        <a:latin typeface="Arial"/>
                        <a:cs typeface="Arial"/>
                      </a:endParaRPr>
                    </a:p>
                  </a:txBody>
                  <a:tcPr/>
                </a:tc>
                <a:tc hMerge="1">
                  <a:txBody>
                    <a:bodyPr/>
                    <a:lstStyle/>
                    <a:p>
                      <a:endParaRPr lang="en-US"/>
                    </a:p>
                  </a:txBody>
                  <a:tcPr/>
                </a:tc>
                <a:extLst>
                  <a:ext uri="{0D108BD9-81ED-4DB2-BD59-A6C34878D82A}">
                    <a16:rowId xmlns:a16="http://schemas.microsoft.com/office/drawing/2014/main" val="1273517071"/>
                  </a:ext>
                </a:extLst>
              </a:tr>
              <a:tr h="316148">
                <a:tc gridSpan="2">
                  <a:txBody>
                    <a:bodyPr/>
                    <a:lstStyle/>
                    <a:p>
                      <a:pPr lvl="0" algn="l">
                        <a:lnSpc>
                          <a:spcPct val="100000"/>
                        </a:lnSpc>
                        <a:spcBef>
                          <a:spcPts val="0"/>
                        </a:spcBef>
                        <a:spcAft>
                          <a:spcPts val="0"/>
                        </a:spcAft>
                        <a:buNone/>
                      </a:pPr>
                      <a:r>
                        <a:rPr lang="en-US" sz="1400" b="1" i="0" u="none" strike="noStrike" noProof="0">
                          <a:solidFill>
                            <a:srgbClr val="000000"/>
                          </a:solidFill>
                          <a:latin typeface="Arial"/>
                          <a:cs typeface="Arial"/>
                        </a:rPr>
                        <a:t>Key Features :</a:t>
                      </a:r>
                      <a:endParaRPr lang="en-US"/>
                    </a:p>
                  </a:txBody>
                  <a:tcPr/>
                </a:tc>
                <a:tc hMerge="1">
                  <a:txBody>
                    <a:bodyPr/>
                    <a:lstStyle/>
                    <a:p>
                      <a:endParaRPr lang="en-US"/>
                    </a:p>
                  </a:txBody>
                  <a:tcPr/>
                </a:tc>
                <a:extLst>
                  <a:ext uri="{0D108BD9-81ED-4DB2-BD59-A6C34878D82A}">
                    <a16:rowId xmlns:a16="http://schemas.microsoft.com/office/drawing/2014/main" val="2892085803"/>
                  </a:ext>
                </a:extLst>
              </a:tr>
              <a:tr h="643710">
                <a:tc>
                  <a:txBody>
                    <a:bodyPr/>
                    <a:lstStyle/>
                    <a:p>
                      <a:pPr marL="0" marR="0" lvl="0" indent="0" algn="ctr">
                        <a:lnSpc>
                          <a:spcPct val="100000"/>
                        </a:lnSpc>
                        <a:spcBef>
                          <a:spcPts val="0"/>
                        </a:spcBef>
                        <a:spcAft>
                          <a:spcPts val="0"/>
                        </a:spcAft>
                        <a:buNone/>
                      </a:pPr>
                      <a:r>
                        <a:rPr lang="en-US" sz="1400" b="0" i="0" u="none" strike="noStrike" noProof="0">
                          <a:solidFill>
                            <a:srgbClr val="000000"/>
                          </a:solidFill>
                        </a:rPr>
                        <a:t>Context-Aware AI Assistant </a:t>
                      </a:r>
                      <a:endParaRPr lang="en-US"/>
                    </a:p>
                  </a:txBody>
                  <a:tcPr anchor="ctr"/>
                </a:tc>
                <a:tc>
                  <a:txBody>
                    <a:bodyPr/>
                    <a:lstStyle/>
                    <a:p>
                      <a:pPr lvl="0" algn="just">
                        <a:lnSpc>
                          <a:spcPct val="100000"/>
                        </a:lnSpc>
                        <a:spcBef>
                          <a:spcPts val="0"/>
                        </a:spcBef>
                        <a:spcAft>
                          <a:spcPts val="0"/>
                        </a:spcAft>
                        <a:buNone/>
                      </a:pPr>
                      <a:r>
                        <a:rPr lang="en-US" sz="1400" b="0" i="0" u="none" strike="noStrike" noProof="0">
                          <a:solidFill>
                            <a:srgbClr val="000000"/>
                          </a:solidFill>
                          <a:latin typeface="Arial"/>
                          <a:cs typeface="Arial"/>
                        </a:rPr>
                        <a:t>Remembers conversation context and provides intelligent assistance without repeated prompts.</a:t>
                      </a:r>
                    </a:p>
                  </a:txBody>
                  <a:tcPr anchor="ctr"/>
                </a:tc>
                <a:extLst>
                  <a:ext uri="{0D108BD9-81ED-4DB2-BD59-A6C34878D82A}">
                    <a16:rowId xmlns:a16="http://schemas.microsoft.com/office/drawing/2014/main" val="2053363262"/>
                  </a:ext>
                </a:extLst>
              </a:tr>
              <a:tr h="643710">
                <a:tc>
                  <a:txBody>
                    <a:bodyPr/>
                    <a:lstStyle/>
                    <a:p>
                      <a:pPr lvl="0" algn="ctr">
                        <a:buNone/>
                      </a:pPr>
                      <a:r>
                        <a:rPr lang="en-US" sz="1400" b="0" i="0" u="none" strike="noStrike" noProof="0">
                          <a:solidFill>
                            <a:srgbClr val="000000"/>
                          </a:solidFill>
                          <a:latin typeface="Arial"/>
                          <a:cs typeface="Arial"/>
                        </a:rPr>
                        <a:t>Multi-Agent AI Collaboration</a:t>
                      </a:r>
                      <a:endParaRPr lang="en-US"/>
                    </a:p>
                  </a:txBody>
                  <a:tcPr anchor="ctr"/>
                </a:tc>
                <a:tc>
                  <a:txBody>
                    <a:bodyPr/>
                    <a:lstStyle/>
                    <a:p>
                      <a:pPr lvl="0" algn="just">
                        <a:lnSpc>
                          <a:spcPct val="100000"/>
                        </a:lnSpc>
                        <a:spcBef>
                          <a:spcPts val="0"/>
                        </a:spcBef>
                        <a:spcAft>
                          <a:spcPts val="0"/>
                        </a:spcAft>
                        <a:buNone/>
                      </a:pPr>
                      <a:r>
                        <a:rPr lang="en-US" sz="1400" b="0" i="0" u="none" strike="noStrike" noProof="0">
                          <a:solidFill>
                            <a:srgbClr val="000000"/>
                          </a:solidFill>
                          <a:latin typeface="Arial"/>
                          <a:cs typeface="Arial"/>
                        </a:rPr>
                        <a:t>Multiple AI agents work together (Research, Coding, Planning, Writing, Finance, etc.) within the same chat.</a:t>
                      </a:r>
                    </a:p>
                  </a:txBody>
                  <a:tcPr anchor="ctr"/>
                </a:tc>
                <a:extLst>
                  <a:ext uri="{0D108BD9-81ED-4DB2-BD59-A6C34878D82A}">
                    <a16:rowId xmlns:a16="http://schemas.microsoft.com/office/drawing/2014/main" val="3878717378"/>
                  </a:ext>
                </a:extLst>
              </a:tr>
              <a:tr h="643710">
                <a:tc>
                  <a:txBody>
                    <a:bodyPr/>
                    <a:lstStyle/>
                    <a:p>
                      <a:pPr lvl="0" algn="ctr">
                        <a:buNone/>
                      </a:pPr>
                      <a:r>
                        <a:rPr lang="en-US" sz="1400" b="0" i="0" u="none" strike="noStrike" noProof="0">
                          <a:solidFill>
                            <a:srgbClr val="000000"/>
                          </a:solidFill>
                          <a:latin typeface="Arial"/>
                          <a:cs typeface="Arial"/>
                        </a:rPr>
                        <a:t>Intent Recognition Engine</a:t>
                      </a:r>
                      <a:endParaRPr lang="en-US"/>
                    </a:p>
                  </a:txBody>
                  <a:tcPr anchor="ctr"/>
                </a:tc>
                <a:tc>
                  <a:txBody>
                    <a:bodyPr/>
                    <a:lstStyle/>
                    <a:p>
                      <a:pPr lvl="0" algn="just">
                        <a:lnSpc>
                          <a:spcPct val="100000"/>
                        </a:lnSpc>
                        <a:spcBef>
                          <a:spcPts val="0"/>
                        </a:spcBef>
                        <a:spcAft>
                          <a:spcPts val="0"/>
                        </a:spcAft>
                        <a:buNone/>
                      </a:pPr>
                      <a:r>
                        <a:rPr lang="en-US" sz="1400" b="0" i="0" u="none" strike="noStrike" noProof="0">
                          <a:solidFill>
                            <a:srgbClr val="000000"/>
                          </a:solidFill>
                          <a:latin typeface="Arial"/>
                          <a:cs typeface="Arial"/>
                        </a:rPr>
                        <a:t>Detects what the user wants and performs actions automatically instead of waiting for commands.</a:t>
                      </a:r>
                    </a:p>
                    <a:p>
                      <a:pPr lvl="0" algn="just">
                        <a:buNone/>
                      </a:pPr>
                      <a:endParaRPr lang="en-US" dirty="0"/>
                    </a:p>
                  </a:txBody>
                  <a:tcPr anchor="ctr"/>
                </a:tc>
                <a:extLst>
                  <a:ext uri="{0D108BD9-81ED-4DB2-BD59-A6C34878D82A}">
                    <a16:rowId xmlns:a16="http://schemas.microsoft.com/office/drawing/2014/main" val="1998741284"/>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9">
          <a:extLst>
            <a:ext uri="{FF2B5EF4-FFF2-40B4-BE49-F238E27FC236}">
              <a16:creationId xmlns:a16="http://schemas.microsoft.com/office/drawing/2014/main" id="{60D3440D-F3BA-61C9-07B3-50FCEAEC06C9}"/>
            </a:ext>
          </a:extLst>
        </p:cNvPr>
        <p:cNvGrpSpPr/>
        <p:nvPr/>
      </p:nvGrpSpPr>
      <p:grpSpPr>
        <a:xfrm>
          <a:off x="0" y="0"/>
          <a:ext cx="0" cy="0"/>
          <a:chOff x="0" y="0"/>
          <a:chExt cx="0" cy="0"/>
        </a:xfrm>
      </p:grpSpPr>
      <p:pic>
        <p:nvPicPr>
          <p:cNvPr id="270" name="Google Shape;270;p30">
            <a:extLst>
              <a:ext uri="{FF2B5EF4-FFF2-40B4-BE49-F238E27FC236}">
                <a16:creationId xmlns:a16="http://schemas.microsoft.com/office/drawing/2014/main" id="{396F0720-1E60-C9C4-6E8E-1B5018C24B0C}"/>
              </a:ext>
            </a:extLst>
          </p:cNvPr>
          <p:cNvPicPr preferRelativeResize="0"/>
          <p:nvPr/>
        </p:nvPicPr>
        <p:blipFill rotWithShape="1">
          <a:blip r:embed="rId3">
            <a:alphaModFix/>
          </a:blip>
          <a:srcRect t="31261" b="31261"/>
          <a:stretch/>
        </p:blipFill>
        <p:spPr>
          <a:xfrm>
            <a:off x="0" y="0"/>
            <a:ext cx="9144000" cy="5143500"/>
          </a:xfrm>
          <a:prstGeom prst="rect">
            <a:avLst/>
          </a:prstGeom>
          <a:noFill/>
          <a:ln>
            <a:noFill/>
          </a:ln>
        </p:spPr>
      </p:pic>
      <p:sp>
        <p:nvSpPr>
          <p:cNvPr id="3" name="TextBox 2">
            <a:extLst>
              <a:ext uri="{FF2B5EF4-FFF2-40B4-BE49-F238E27FC236}">
                <a16:creationId xmlns:a16="http://schemas.microsoft.com/office/drawing/2014/main" id="{4ED25EEC-ABE9-EEB0-E5E2-6385811CB179}"/>
              </a:ext>
            </a:extLst>
          </p:cNvPr>
          <p:cNvSpPr txBox="1"/>
          <p:nvPr/>
        </p:nvSpPr>
        <p:spPr>
          <a:xfrm>
            <a:off x="2836307" y="339078"/>
            <a:ext cx="346594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latin typeface="Cormorant Garamond"/>
                <a:ea typeface="Cormorant Garamond"/>
              </a:rPr>
              <a:t>My Feature Project</a:t>
            </a:r>
          </a:p>
        </p:txBody>
      </p:sp>
      <p:graphicFrame>
        <p:nvGraphicFramePr>
          <p:cNvPr id="5" name="Table 4">
            <a:extLst>
              <a:ext uri="{FF2B5EF4-FFF2-40B4-BE49-F238E27FC236}">
                <a16:creationId xmlns:a16="http://schemas.microsoft.com/office/drawing/2014/main" id="{08E541D9-9895-3CD7-37C7-ACEB15E7AD4E}"/>
              </a:ext>
            </a:extLst>
          </p:cNvPr>
          <p:cNvGraphicFramePr>
            <a:graphicFrameLocks noGrp="1"/>
          </p:cNvGraphicFramePr>
          <p:nvPr>
            <p:extLst>
              <p:ext uri="{D42A27DB-BD31-4B8C-83A1-F6EECF244321}">
                <p14:modId xmlns:p14="http://schemas.microsoft.com/office/powerpoint/2010/main" val="1835250772"/>
              </p:ext>
            </p:extLst>
          </p:nvPr>
        </p:nvGraphicFramePr>
        <p:xfrm>
          <a:off x="601980" y="1010847"/>
          <a:ext cx="8117609" cy="2662647"/>
        </p:xfrm>
        <a:graphic>
          <a:graphicData uri="http://schemas.openxmlformats.org/drawingml/2006/table">
            <a:tbl>
              <a:tblPr firstRow="1" bandRow="1">
                <a:tableStyleId>{2D5ABB26-0587-4C30-8999-92F81FD0307C}</a:tableStyleId>
              </a:tblPr>
              <a:tblGrid>
                <a:gridCol w="3696510">
                  <a:extLst>
                    <a:ext uri="{9D8B030D-6E8A-4147-A177-3AD203B41FA5}">
                      <a16:colId xmlns:a16="http://schemas.microsoft.com/office/drawing/2014/main" val="3759755127"/>
                    </a:ext>
                  </a:extLst>
                </a:gridCol>
                <a:gridCol w="4421099">
                  <a:extLst>
                    <a:ext uri="{9D8B030D-6E8A-4147-A177-3AD203B41FA5}">
                      <a16:colId xmlns:a16="http://schemas.microsoft.com/office/drawing/2014/main" val="626043994"/>
                    </a:ext>
                  </a:extLst>
                </a:gridCol>
              </a:tblGrid>
              <a:tr h="643710">
                <a:tc>
                  <a:txBody>
                    <a:bodyPr/>
                    <a:lstStyle/>
                    <a:p>
                      <a:pPr lvl="0" algn="ctr">
                        <a:buNone/>
                      </a:pPr>
                      <a:r>
                        <a:rPr lang="en-US" sz="1400" b="0" i="0" u="none" strike="noStrike" noProof="0">
                          <a:solidFill>
                            <a:srgbClr val="000000"/>
                          </a:solidFill>
                          <a:latin typeface="Arial"/>
                          <a:cs typeface="Arial"/>
                        </a:rPr>
                        <a:t>Universal Language Communication</a:t>
                      </a:r>
                      <a:endParaRPr lang="en-US"/>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Every user chats in their own language while AI translates naturally in real time.</a:t>
                      </a:r>
                    </a:p>
                  </a:txBody>
                  <a:tcPr/>
                </a:tc>
                <a:extLst>
                  <a:ext uri="{0D108BD9-81ED-4DB2-BD59-A6C34878D82A}">
                    <a16:rowId xmlns:a16="http://schemas.microsoft.com/office/drawing/2014/main" val="1467509905"/>
                  </a:ext>
                </a:extLst>
              </a:tr>
              <a:tr h="643709">
                <a:tc>
                  <a:txBody>
                    <a:bodyPr/>
                    <a:lstStyle/>
                    <a:p>
                      <a:pPr lvl="0" algn="ctr">
                        <a:lnSpc>
                          <a:spcPct val="100000"/>
                        </a:lnSpc>
                        <a:spcBef>
                          <a:spcPts val="0"/>
                        </a:spcBef>
                        <a:spcAft>
                          <a:spcPts val="0"/>
                        </a:spcAft>
                        <a:buNone/>
                      </a:pPr>
                      <a:r>
                        <a:rPr lang="en-US" sz="1400" b="0" i="0" u="none" strike="noStrike" noProof="0">
                          <a:solidFill>
                            <a:srgbClr val="000000"/>
                          </a:solidFill>
                          <a:latin typeface="Arial"/>
                          <a:cs typeface="Arial"/>
                        </a:rPr>
                        <a:t>AI Fact Verification </a:t>
                      </a: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Automatically checks claims, </a:t>
                      </a:r>
                      <a:r>
                        <a:rPr lang="en-US" sz="1400" b="0" i="0" u="none" strike="noStrike" noProof="0" dirty="0">
                          <a:solidFill>
                            <a:srgbClr val="000000"/>
                          </a:solidFill>
                          <a:latin typeface="Arial"/>
                          <a:cs typeface="Arial"/>
                        </a:rPr>
                        <a:t>detects misinformation, </a:t>
                      </a:r>
                      <a:r>
                        <a:rPr lang="en-US" sz="1400" b="0" i="0" u="none" strike="noStrike" noProof="0">
                          <a:solidFill>
                            <a:srgbClr val="000000"/>
                          </a:solidFill>
                          <a:latin typeface="Arial"/>
                          <a:cs typeface="Arial"/>
                        </a:rPr>
                        <a:t>and provides reliable references.</a:t>
                      </a:r>
                    </a:p>
                  </a:txBody>
                  <a:tcPr/>
                </a:tc>
                <a:extLst>
                  <a:ext uri="{0D108BD9-81ED-4DB2-BD59-A6C34878D82A}">
                    <a16:rowId xmlns:a16="http://schemas.microsoft.com/office/drawing/2014/main" val="1930384750"/>
                  </a:ext>
                </a:extLst>
              </a:tr>
              <a:tr h="643709">
                <a:tc>
                  <a:txBody>
                    <a:bodyPr/>
                    <a:lstStyle/>
                    <a:p>
                      <a:pPr lvl="0" algn="ctr">
                        <a:lnSpc>
                          <a:spcPct val="100000"/>
                        </a:lnSpc>
                        <a:spcBef>
                          <a:spcPts val="0"/>
                        </a:spcBef>
                        <a:spcAft>
                          <a:spcPts val="0"/>
                        </a:spcAft>
                        <a:buNone/>
                      </a:pPr>
                      <a:r>
                        <a:rPr lang="en-US" sz="1400" b="0" i="0" u="none" strike="noStrike" noProof="0">
                          <a:solidFill>
                            <a:srgbClr val="000000"/>
                          </a:solidFill>
                          <a:latin typeface="Arial"/>
                          <a:cs typeface="Arial"/>
                        </a:rPr>
                        <a:t>AI Privacy &amp; Security Shield</a:t>
                      </a: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Detects phishing, scams, harmful links, and suspicious messages before users interact with them.</a:t>
                      </a:r>
                    </a:p>
                  </a:txBody>
                  <a:tcPr/>
                </a:tc>
                <a:extLst>
                  <a:ext uri="{0D108BD9-81ED-4DB2-BD59-A6C34878D82A}">
                    <a16:rowId xmlns:a16="http://schemas.microsoft.com/office/drawing/2014/main" val="3914706102"/>
                  </a:ext>
                </a:extLst>
              </a:tr>
              <a:tr h="643708">
                <a:tc>
                  <a:txBody>
                    <a:bodyPr/>
                    <a:lstStyle/>
                    <a:p>
                      <a:pPr lvl="0" algn="ctr">
                        <a:lnSpc>
                          <a:spcPct val="100000"/>
                        </a:lnSpc>
                        <a:spcBef>
                          <a:spcPts val="0"/>
                        </a:spcBef>
                        <a:spcAft>
                          <a:spcPts val="0"/>
                        </a:spcAft>
                        <a:buNone/>
                      </a:pPr>
                      <a:r>
                        <a:rPr lang="en-US" sz="1400" b="0" i="0" u="none" strike="noStrike" noProof="0">
                          <a:solidFill>
                            <a:srgbClr val="000000"/>
                          </a:solidFill>
                          <a:latin typeface="Arial"/>
                          <a:cs typeface="Arial"/>
                        </a:rPr>
                        <a:t>Adaptive User Experience</a:t>
                      </a:r>
                    </a:p>
                  </a:txBody>
                  <a:tcPr anchor="ctr"/>
                </a:tc>
                <a:tc>
                  <a:txBody>
                    <a:bodyPr/>
                    <a:lstStyle/>
                    <a:p>
                      <a:pPr lvl="0" algn="l">
                        <a:lnSpc>
                          <a:spcPct val="100000"/>
                        </a:lnSpc>
                        <a:spcBef>
                          <a:spcPts val="0"/>
                        </a:spcBef>
                        <a:spcAft>
                          <a:spcPts val="0"/>
                        </a:spcAft>
                        <a:buNone/>
                      </a:pPr>
                      <a:r>
                        <a:rPr lang="en-US" sz="1400" b="0" i="0" u="none" strike="noStrike" noProof="0">
                          <a:solidFill>
                            <a:srgbClr val="000000"/>
                          </a:solidFill>
                          <a:latin typeface="Arial"/>
                          <a:cs typeface="Arial"/>
                        </a:rPr>
                        <a:t>The interface and AI responses personalize </a:t>
                      </a:r>
                      <a:r>
                        <a:rPr lang="en-US" sz="1400" b="0" i="0" u="none" strike="noStrike" noProof="0" dirty="0">
                          <a:solidFill>
                            <a:srgbClr val="000000"/>
                          </a:solidFill>
                          <a:latin typeface="Arial"/>
                          <a:cs typeface="Arial"/>
                        </a:rPr>
                        <a:t>themselves based on user behavior and </a:t>
                      </a:r>
                      <a:r>
                        <a:rPr lang="en-US" sz="1400" b="0" i="0" u="none" strike="noStrike" noProof="0">
                          <a:solidFill>
                            <a:srgbClr val="000000"/>
                          </a:solidFill>
                          <a:latin typeface="Arial"/>
                          <a:cs typeface="Arial"/>
                        </a:rPr>
                        <a:t>preferences.</a:t>
                      </a:r>
                    </a:p>
                  </a:txBody>
                  <a:tcPr/>
                </a:tc>
                <a:extLst>
                  <a:ext uri="{0D108BD9-81ED-4DB2-BD59-A6C34878D82A}">
                    <a16:rowId xmlns:a16="http://schemas.microsoft.com/office/drawing/2014/main" val="2137990341"/>
                  </a:ext>
                </a:extLst>
              </a:tr>
            </a:tbl>
          </a:graphicData>
        </a:graphic>
      </p:graphicFrame>
      <p:sp>
        <p:nvSpPr>
          <p:cNvPr id="2" name="TextBox 1">
            <a:extLst>
              <a:ext uri="{FF2B5EF4-FFF2-40B4-BE49-F238E27FC236}">
                <a16:creationId xmlns:a16="http://schemas.microsoft.com/office/drawing/2014/main" id="{5D79D49B-0A17-3AB9-5501-01264F58828E}"/>
              </a:ext>
            </a:extLst>
          </p:cNvPr>
          <p:cNvSpPr txBox="1"/>
          <p:nvPr/>
        </p:nvSpPr>
        <p:spPr>
          <a:xfrm>
            <a:off x="822401" y="3925494"/>
            <a:ext cx="7650931"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Vision:</a:t>
            </a:r>
          </a:p>
          <a:p>
            <a:r>
              <a:rPr lang="en-US" dirty="0"/>
              <a:t>KEVA is not a messaging app with AI. It is an AI operating system for communication, where </a:t>
            </a:r>
            <a:r>
              <a:rPr lang="en-US"/>
              <a:t>conversations become intelligent actions.</a:t>
            </a:r>
          </a:p>
        </p:txBody>
      </p:sp>
    </p:spTree>
    <p:extLst>
      <p:ext uri="{BB962C8B-B14F-4D97-AF65-F5344CB8AC3E}">
        <p14:creationId xmlns:p14="http://schemas.microsoft.com/office/powerpoint/2010/main" val="3131871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29"/>
          <p:cNvPicPr preferRelativeResize="0"/>
          <p:nvPr/>
        </p:nvPicPr>
        <p:blipFill rotWithShape="1">
          <a:blip r:embed="rId3">
            <a:alphaModFix/>
          </a:blip>
          <a:srcRect t="31261" b="31261"/>
          <a:stretch/>
        </p:blipFill>
        <p:spPr>
          <a:xfrm>
            <a:off x="0" y="0"/>
            <a:ext cx="9144000" cy="5143500"/>
          </a:xfrm>
          <a:prstGeom prst="rect">
            <a:avLst/>
          </a:prstGeom>
          <a:noFill/>
          <a:ln>
            <a:noFill/>
          </a:ln>
        </p:spPr>
      </p:pic>
      <p:sp>
        <p:nvSpPr>
          <p:cNvPr id="6" name="TextBox 5">
            <a:extLst>
              <a:ext uri="{FF2B5EF4-FFF2-40B4-BE49-F238E27FC236}">
                <a16:creationId xmlns:a16="http://schemas.microsoft.com/office/drawing/2014/main" id="{4711D15F-D357-3349-50D6-ACCAA5E11BB7}"/>
              </a:ext>
            </a:extLst>
          </p:cNvPr>
          <p:cNvSpPr txBox="1"/>
          <p:nvPr/>
        </p:nvSpPr>
        <p:spPr>
          <a:xfrm>
            <a:off x="459985" y="1295904"/>
            <a:ext cx="2543204"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gn="ctr">
              <a:buAutoNum type="arabicPeriod"/>
            </a:pPr>
            <a:r>
              <a:rPr lang="en-US" b="1"/>
              <a:t>Problem Identification</a:t>
            </a:r>
            <a:endParaRPr lang="en-US"/>
          </a:p>
          <a:p>
            <a:pPr algn="ctr"/>
            <a:r>
              <a:rPr lang="en-US"/>
              <a:t>Define the </a:t>
            </a:r>
            <a:r>
              <a:rPr lang="en-US" dirty="0"/>
              <a:t>real-world </a:t>
            </a:r>
            <a:r>
              <a:rPr lang="en-US"/>
              <a:t>problem to be solved</a:t>
            </a:r>
          </a:p>
          <a:p>
            <a:pPr algn="ctr"/>
            <a:r>
              <a:rPr lang="en-US"/>
              <a:t>(e.g., </a:t>
            </a:r>
            <a:r>
              <a:rPr lang="en-US" dirty="0"/>
              <a:t>spam email detection or sales prediction).</a:t>
            </a:r>
          </a:p>
        </p:txBody>
      </p:sp>
      <p:sp>
        <p:nvSpPr>
          <p:cNvPr id="3" name="TextBox 2">
            <a:extLst>
              <a:ext uri="{FF2B5EF4-FFF2-40B4-BE49-F238E27FC236}">
                <a16:creationId xmlns:a16="http://schemas.microsoft.com/office/drawing/2014/main" id="{B891450E-68E8-6FBD-3D9C-6F06D575B958}"/>
              </a:ext>
            </a:extLst>
          </p:cNvPr>
          <p:cNvSpPr txBox="1"/>
          <p:nvPr/>
        </p:nvSpPr>
        <p:spPr>
          <a:xfrm>
            <a:off x="2836307" y="186678"/>
            <a:ext cx="3465942"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000" b="1" dirty="0">
                <a:latin typeface="Cormorant Garamond"/>
                <a:ea typeface="Cormorant Garamond"/>
              </a:rPr>
              <a:t>How I </a:t>
            </a:r>
            <a:r>
              <a:rPr lang="en-US" sz="2000" b="1">
                <a:latin typeface="Cormorant Garamond"/>
                <a:ea typeface="Cormorant Garamond"/>
              </a:rPr>
              <a:t>solve the Problems </a:t>
            </a:r>
            <a:r>
              <a:rPr lang="en-US" sz="2000" b="1" dirty="0">
                <a:latin typeface="Cormorant Garamond"/>
                <a:ea typeface="Cormorant Garamond"/>
              </a:rPr>
              <a:t>Using Machine Learning?</a:t>
            </a:r>
          </a:p>
        </p:txBody>
      </p:sp>
      <p:sp>
        <p:nvSpPr>
          <p:cNvPr id="7" name="TextBox 6">
            <a:extLst>
              <a:ext uri="{FF2B5EF4-FFF2-40B4-BE49-F238E27FC236}">
                <a16:creationId xmlns:a16="http://schemas.microsoft.com/office/drawing/2014/main" id="{B0698E89-1B58-0F92-D2DD-7B12CA5819FD}"/>
              </a:ext>
            </a:extLst>
          </p:cNvPr>
          <p:cNvSpPr txBox="1"/>
          <p:nvPr/>
        </p:nvSpPr>
        <p:spPr>
          <a:xfrm>
            <a:off x="3455075" y="1296286"/>
            <a:ext cx="2590166"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a:t>2. Data Collection</a:t>
            </a:r>
            <a:endParaRPr lang="en-US"/>
          </a:p>
          <a:p>
            <a:pPr algn="ctr"/>
            <a:r>
              <a:rPr lang="en-US" dirty="0"/>
              <a:t>Gather relevant data from datasets, </a:t>
            </a:r>
            <a:r>
              <a:rPr lang="en-US" dirty="0" err="1"/>
              <a:t>databases,sensors</a:t>
            </a:r>
            <a:r>
              <a:rPr lang="en-US" dirty="0"/>
              <a:t>, or APIs.</a:t>
            </a:r>
            <a:endParaRPr lang="en-US"/>
          </a:p>
        </p:txBody>
      </p:sp>
      <p:sp>
        <p:nvSpPr>
          <p:cNvPr id="8" name="TextBox 7">
            <a:extLst>
              <a:ext uri="{FF2B5EF4-FFF2-40B4-BE49-F238E27FC236}">
                <a16:creationId xmlns:a16="http://schemas.microsoft.com/office/drawing/2014/main" id="{537659A1-A2F0-844A-8637-8E51446861A9}"/>
              </a:ext>
            </a:extLst>
          </p:cNvPr>
          <p:cNvSpPr txBox="1"/>
          <p:nvPr/>
        </p:nvSpPr>
        <p:spPr>
          <a:xfrm>
            <a:off x="6527631" y="1285527"/>
            <a:ext cx="2417515"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t>3. Data Preprocessing</a:t>
            </a:r>
            <a:r>
              <a:rPr lang="en-US" dirty="0"/>
              <a:t> </a:t>
            </a:r>
            <a:endParaRPr lang="en-US"/>
          </a:p>
          <a:p>
            <a:pPr algn="ctr"/>
            <a:r>
              <a:rPr lang="en-US" dirty="0"/>
              <a:t>Clean the data by handling missing </a:t>
            </a:r>
            <a:r>
              <a:rPr lang="en-US" dirty="0" err="1"/>
              <a:t>values,removing</a:t>
            </a:r>
            <a:r>
              <a:rPr lang="en-US" dirty="0"/>
              <a:t> duplicates, and converting it into a usable format.</a:t>
            </a:r>
          </a:p>
          <a:p>
            <a:pPr algn="ctr"/>
            <a:endParaRPr lang="en-US" dirty="0"/>
          </a:p>
        </p:txBody>
      </p:sp>
      <p:sp>
        <p:nvSpPr>
          <p:cNvPr id="9" name="TextBox 8">
            <a:extLst>
              <a:ext uri="{FF2B5EF4-FFF2-40B4-BE49-F238E27FC236}">
                <a16:creationId xmlns:a16="http://schemas.microsoft.com/office/drawing/2014/main" id="{2945B630-C801-2327-2DEE-44D4DC79D0A9}"/>
              </a:ext>
            </a:extLst>
          </p:cNvPr>
          <p:cNvSpPr txBox="1"/>
          <p:nvPr/>
        </p:nvSpPr>
        <p:spPr>
          <a:xfrm>
            <a:off x="449225" y="3107870"/>
            <a:ext cx="2684593"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t>4. Model Selection &amp; </a:t>
            </a:r>
            <a:r>
              <a:rPr lang="en-US" b="1"/>
              <a:t>Training</a:t>
            </a:r>
            <a:endParaRPr lang="en-US" b="1" dirty="0"/>
          </a:p>
          <a:p>
            <a:pPr algn="ctr"/>
            <a:r>
              <a:rPr lang="en-US" dirty="0"/>
              <a:t>Choose a suitable machine </a:t>
            </a:r>
            <a:r>
              <a:rPr lang="en-US" dirty="0" err="1"/>
              <a:t>learningalgorithm</a:t>
            </a:r>
            <a:r>
              <a:rPr lang="en-US" dirty="0"/>
              <a:t> and train it using the prepared data.</a:t>
            </a:r>
          </a:p>
        </p:txBody>
      </p:sp>
      <p:sp>
        <p:nvSpPr>
          <p:cNvPr id="10" name="TextBox 9">
            <a:extLst>
              <a:ext uri="{FF2B5EF4-FFF2-40B4-BE49-F238E27FC236}">
                <a16:creationId xmlns:a16="http://schemas.microsoft.com/office/drawing/2014/main" id="{A5EEC4F8-0F2B-1774-EC70-678481AACEEB}"/>
              </a:ext>
            </a:extLst>
          </p:cNvPr>
          <p:cNvSpPr txBox="1"/>
          <p:nvPr/>
        </p:nvSpPr>
        <p:spPr>
          <a:xfrm>
            <a:off x="3517476" y="3109897"/>
            <a:ext cx="2463968"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t>5. Model Evaluation</a:t>
            </a:r>
            <a:r>
              <a:rPr lang="en-US" dirty="0"/>
              <a:t> </a:t>
            </a:r>
            <a:endParaRPr lang="en-US"/>
          </a:p>
          <a:p>
            <a:pPr algn="ctr"/>
            <a:r>
              <a:rPr lang="en-US" dirty="0"/>
              <a:t>Test the model using performance </a:t>
            </a:r>
            <a:r>
              <a:rPr lang="en-US" dirty="0" err="1"/>
              <a:t>metricssuch</a:t>
            </a:r>
            <a:r>
              <a:rPr lang="en-US" dirty="0"/>
              <a:t> as Accuracy, Precision, Recall, RMSE, or F1-score to </a:t>
            </a:r>
            <a:r>
              <a:rPr lang="en-US" dirty="0" err="1"/>
              <a:t>ensurereliable</a:t>
            </a:r>
            <a:r>
              <a:rPr lang="en-US" dirty="0"/>
              <a:t> predictions.</a:t>
            </a:r>
          </a:p>
        </p:txBody>
      </p:sp>
      <p:sp>
        <p:nvSpPr>
          <p:cNvPr id="15" name="Oval 14">
            <a:extLst>
              <a:ext uri="{FF2B5EF4-FFF2-40B4-BE49-F238E27FC236}">
                <a16:creationId xmlns:a16="http://schemas.microsoft.com/office/drawing/2014/main" id="{EF8FFF5A-F862-8851-CC70-37860DE0AAEA}"/>
              </a:ext>
            </a:extLst>
          </p:cNvPr>
          <p:cNvSpPr/>
          <p:nvPr/>
        </p:nvSpPr>
        <p:spPr>
          <a:xfrm>
            <a:off x="1667847" y="1097901"/>
            <a:ext cx="128295" cy="12829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D81DFEFA-5984-1015-4F6E-A4EDC694CD2B}"/>
              </a:ext>
            </a:extLst>
          </p:cNvPr>
          <p:cNvCxnSpPr/>
          <p:nvPr/>
        </p:nvCxnSpPr>
        <p:spPr>
          <a:xfrm flipV="1">
            <a:off x="1728423" y="1169708"/>
            <a:ext cx="7216976" cy="354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04AB53D-62A2-DB90-A7F1-636B635D9AC1}"/>
              </a:ext>
            </a:extLst>
          </p:cNvPr>
          <p:cNvCxnSpPr>
            <a:cxnSpLocks/>
          </p:cNvCxnSpPr>
          <p:nvPr/>
        </p:nvCxnSpPr>
        <p:spPr>
          <a:xfrm flipV="1">
            <a:off x="367708" y="4702122"/>
            <a:ext cx="7216976" cy="3544"/>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416B3A99-AE10-A85A-FDB9-9C99F0C9F94A}"/>
              </a:ext>
            </a:extLst>
          </p:cNvPr>
          <p:cNvCxnSpPr>
            <a:cxnSpLocks/>
          </p:cNvCxnSpPr>
          <p:nvPr/>
        </p:nvCxnSpPr>
        <p:spPr>
          <a:xfrm flipV="1">
            <a:off x="356822" y="2769907"/>
            <a:ext cx="8588576" cy="14430"/>
          </a:xfrm>
          <a:prstGeom prst="straightConnector1">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72A7EC2E-B1C4-6934-3675-D2F51D40DBE4}"/>
              </a:ext>
            </a:extLst>
          </p:cNvPr>
          <p:cNvSpPr txBox="1"/>
          <p:nvPr/>
        </p:nvSpPr>
        <p:spPr>
          <a:xfrm>
            <a:off x="6326498" y="3107872"/>
            <a:ext cx="2817880" cy="138499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b="1" dirty="0"/>
              <a:t>6. Deployment &amp; </a:t>
            </a:r>
            <a:r>
              <a:rPr lang="en-US" b="1"/>
              <a:t>Prediction</a:t>
            </a:r>
            <a:endParaRPr lang="en-US"/>
          </a:p>
          <a:p>
            <a:pPr algn="ctr"/>
            <a:r>
              <a:rPr lang="en-US" dirty="0"/>
              <a:t>Deploy the trained model to </a:t>
            </a:r>
            <a:r>
              <a:rPr lang="en-US" dirty="0" err="1"/>
              <a:t>makepredictions</a:t>
            </a:r>
            <a:r>
              <a:rPr lang="en-US" dirty="0"/>
              <a:t> on new, real-world data and monitor its performance.</a:t>
            </a:r>
            <a:endParaRPr lang="en-US"/>
          </a:p>
          <a:p>
            <a:pPr algn="ctr"/>
            <a:endParaRPr lang="en-US" dirty="0"/>
          </a:p>
        </p:txBody>
      </p:sp>
      <p:sp>
        <p:nvSpPr>
          <p:cNvPr id="16" name="Oval 15">
            <a:extLst>
              <a:ext uri="{FF2B5EF4-FFF2-40B4-BE49-F238E27FC236}">
                <a16:creationId xmlns:a16="http://schemas.microsoft.com/office/drawing/2014/main" id="{38E518F8-2979-15D3-8B75-48B217E70961}"/>
              </a:ext>
            </a:extLst>
          </p:cNvPr>
          <p:cNvSpPr/>
          <p:nvPr/>
        </p:nvSpPr>
        <p:spPr>
          <a:xfrm>
            <a:off x="4759389" y="4630315"/>
            <a:ext cx="128295" cy="12829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5BB680CD-BDD1-AC01-B5F4-432539CDCF46}"/>
              </a:ext>
            </a:extLst>
          </p:cNvPr>
          <p:cNvSpPr/>
          <p:nvPr/>
        </p:nvSpPr>
        <p:spPr>
          <a:xfrm>
            <a:off x="7584232" y="4635758"/>
            <a:ext cx="128295" cy="12829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FA51335D-3B77-0F7C-12F1-30D1B090D650}"/>
              </a:ext>
            </a:extLst>
          </p:cNvPr>
          <p:cNvSpPr/>
          <p:nvPr/>
        </p:nvSpPr>
        <p:spPr>
          <a:xfrm>
            <a:off x="1537218" y="4646643"/>
            <a:ext cx="128295" cy="12829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0EE1C95-DE7B-71C0-A0A3-83817F37AC51}"/>
              </a:ext>
            </a:extLst>
          </p:cNvPr>
          <p:cNvSpPr/>
          <p:nvPr/>
        </p:nvSpPr>
        <p:spPr>
          <a:xfrm>
            <a:off x="4748504" y="1092458"/>
            <a:ext cx="128295" cy="12829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6B3BA986-1514-1AD5-2E1E-830889EFE901}"/>
              </a:ext>
            </a:extLst>
          </p:cNvPr>
          <p:cNvSpPr/>
          <p:nvPr/>
        </p:nvSpPr>
        <p:spPr>
          <a:xfrm>
            <a:off x="7927132" y="1108786"/>
            <a:ext cx="128295" cy="128295"/>
          </a:xfrm>
          <a:prstGeom prst="ellipse">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Connector: Curved 20">
            <a:extLst>
              <a:ext uri="{FF2B5EF4-FFF2-40B4-BE49-F238E27FC236}">
                <a16:creationId xmlns:a16="http://schemas.microsoft.com/office/drawing/2014/main" id="{61AAAA83-D0C4-36BA-1ED4-7C3B711B7DB9}"/>
              </a:ext>
            </a:extLst>
          </p:cNvPr>
          <p:cNvCxnSpPr/>
          <p:nvPr/>
        </p:nvCxnSpPr>
        <p:spPr>
          <a:xfrm>
            <a:off x="364461" y="2778788"/>
            <a:ext cx="10887" cy="1926770"/>
          </a:xfrm>
          <a:prstGeom prst="curved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Connector: Curved 21">
            <a:extLst>
              <a:ext uri="{FF2B5EF4-FFF2-40B4-BE49-F238E27FC236}">
                <a16:creationId xmlns:a16="http://schemas.microsoft.com/office/drawing/2014/main" id="{893F300A-0855-E689-87E3-A4B7A396846D}"/>
              </a:ext>
            </a:extLst>
          </p:cNvPr>
          <p:cNvCxnSpPr/>
          <p:nvPr/>
        </p:nvCxnSpPr>
        <p:spPr>
          <a:xfrm flipH="1">
            <a:off x="8933090" y="1162050"/>
            <a:ext cx="16327" cy="1611085"/>
          </a:xfrm>
          <a:prstGeom prst="curved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69">
          <a:extLst>
            <a:ext uri="{FF2B5EF4-FFF2-40B4-BE49-F238E27FC236}">
              <a16:creationId xmlns:a16="http://schemas.microsoft.com/office/drawing/2014/main" id="{C5882622-4807-5348-67BF-2158ED42AEDA}"/>
            </a:ext>
          </a:extLst>
        </p:cNvPr>
        <p:cNvGrpSpPr/>
        <p:nvPr/>
      </p:nvGrpSpPr>
      <p:grpSpPr>
        <a:xfrm>
          <a:off x="0" y="0"/>
          <a:ext cx="0" cy="0"/>
          <a:chOff x="0" y="0"/>
          <a:chExt cx="0" cy="0"/>
        </a:xfrm>
      </p:grpSpPr>
      <p:pic>
        <p:nvPicPr>
          <p:cNvPr id="270" name="Google Shape;270;p30">
            <a:extLst>
              <a:ext uri="{FF2B5EF4-FFF2-40B4-BE49-F238E27FC236}">
                <a16:creationId xmlns:a16="http://schemas.microsoft.com/office/drawing/2014/main" id="{B87EE66C-88D9-FE57-D98F-8AFC78B8A1B5}"/>
              </a:ext>
            </a:extLst>
          </p:cNvPr>
          <p:cNvPicPr preferRelativeResize="0"/>
          <p:nvPr/>
        </p:nvPicPr>
        <p:blipFill rotWithShape="1">
          <a:blip r:embed="rId3">
            <a:alphaModFix/>
          </a:blip>
          <a:srcRect t="31261" b="31261"/>
          <a:stretch/>
        </p:blipFill>
        <p:spPr>
          <a:xfrm>
            <a:off x="0" y="0"/>
            <a:ext cx="9144000" cy="5143500"/>
          </a:xfrm>
          <a:prstGeom prst="rect">
            <a:avLst/>
          </a:prstGeom>
          <a:noFill/>
          <a:ln>
            <a:noFill/>
          </a:ln>
        </p:spPr>
      </p:pic>
      <p:sp>
        <p:nvSpPr>
          <p:cNvPr id="3" name="TextBox 2">
            <a:extLst>
              <a:ext uri="{FF2B5EF4-FFF2-40B4-BE49-F238E27FC236}">
                <a16:creationId xmlns:a16="http://schemas.microsoft.com/office/drawing/2014/main" id="{155DDFA8-4989-CCFC-EC68-CDFBE72853F2}"/>
              </a:ext>
            </a:extLst>
          </p:cNvPr>
          <p:cNvSpPr txBox="1"/>
          <p:nvPr/>
        </p:nvSpPr>
        <p:spPr>
          <a:xfrm>
            <a:off x="2836307" y="339078"/>
            <a:ext cx="3465942"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latin typeface="Cormorant Garamond"/>
                <a:ea typeface="Cormorant Garamond"/>
              </a:rPr>
              <a:t>Conclusion</a:t>
            </a:r>
          </a:p>
        </p:txBody>
      </p:sp>
      <p:sp>
        <p:nvSpPr>
          <p:cNvPr id="2" name="TextBox 1">
            <a:extLst>
              <a:ext uri="{FF2B5EF4-FFF2-40B4-BE49-F238E27FC236}">
                <a16:creationId xmlns:a16="http://schemas.microsoft.com/office/drawing/2014/main" id="{19D3C7EC-30D3-C4CF-5D5A-2E11AD14EBC6}"/>
              </a:ext>
            </a:extLst>
          </p:cNvPr>
          <p:cNvSpPr txBox="1"/>
          <p:nvPr/>
        </p:nvSpPr>
        <p:spPr>
          <a:xfrm>
            <a:off x="430517" y="1157203"/>
            <a:ext cx="8277522" cy="33239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t>Artificial Intelligence is transforming the way we solve complex problems by converting large amounts of data into meaningful insights. It enhances accuracy, speeds up decision-making, reduces repetitive work, and enables predictive analysis, allowing humans to focus on innovation and critical thinking. </a:t>
            </a:r>
          </a:p>
          <a:p>
            <a:pPr algn="just"/>
            <a:endParaRPr lang="en-US" dirty="0"/>
          </a:p>
          <a:p>
            <a:pPr algn="just"/>
            <a:r>
              <a:rPr lang="en-US"/>
              <a:t>As AI continues to evolve, its applications extend across healthcare, manufacturing, transportation, research, and scientific laboratories. In the Fatigue &amp; Fracture Laboratory (FFL), AI has the potential to assist researchers by analyzing experimental data, detecting patterns in fatigue behavior, supporting fracture analysis, and reducing the time required for data interpretation and report generation. </a:t>
            </a:r>
          </a:p>
          <a:p>
            <a:pPr algn="just"/>
            <a:endParaRPr lang="en-US" dirty="0"/>
          </a:p>
          <a:p>
            <a:pPr algn="just"/>
            <a:r>
              <a:rPr lang="en-US"/>
              <a:t>This can improve research efficiency and support more informed engineering decisions. The combination of human expertise and Artificial Intelligence can accelerate scientific discoveries, improve the reliability of engineering structures, and contribute to building a safer and smarter future. </a:t>
            </a:r>
          </a:p>
          <a:p>
            <a:pPr algn="just"/>
            <a:endParaRPr lang="en-US" dirty="0"/>
          </a:p>
          <a:p>
            <a:pPr algn="just"/>
            <a:r>
              <a:rPr lang="en-US" dirty="0"/>
              <a:t>As an AI enthusiast, I aspire to apply these technologies to solve real-world engineering challenges and </a:t>
            </a:r>
            <a:r>
              <a:rPr lang="en-US"/>
              <a:t>create solutions that make a meaningful impact on both research and society.</a:t>
            </a:r>
          </a:p>
        </p:txBody>
      </p:sp>
    </p:spTree>
    <p:extLst>
      <p:ext uri="{BB962C8B-B14F-4D97-AF65-F5344CB8AC3E}">
        <p14:creationId xmlns:p14="http://schemas.microsoft.com/office/powerpoint/2010/main" val="25859515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pic>
        <p:nvPicPr>
          <p:cNvPr id="472" name="Google Shape;472;p40"/>
          <p:cNvPicPr preferRelativeResize="0"/>
          <p:nvPr/>
        </p:nvPicPr>
        <p:blipFill rotWithShape="1">
          <a:blip r:embed="rId3">
            <a:alphaModFix/>
          </a:blip>
          <a:srcRect t="31261" b="31261"/>
          <a:stretch/>
        </p:blipFill>
        <p:spPr>
          <a:xfrm>
            <a:off x="0" y="0"/>
            <a:ext cx="9144000" cy="5143500"/>
          </a:xfrm>
          <a:prstGeom prst="rect">
            <a:avLst/>
          </a:prstGeom>
          <a:noFill/>
          <a:ln>
            <a:noFill/>
          </a:ln>
        </p:spPr>
      </p:pic>
      <p:sp>
        <p:nvSpPr>
          <p:cNvPr id="476" name="Google Shape;476;p40"/>
          <p:cNvSpPr txBox="1"/>
          <p:nvPr/>
        </p:nvSpPr>
        <p:spPr>
          <a:xfrm>
            <a:off x="-426906" y="961704"/>
            <a:ext cx="5414927" cy="923330"/>
          </a:xfrm>
          <a:prstGeom prst="rect">
            <a:avLst/>
          </a:prstGeom>
          <a:noFill/>
          <a:ln>
            <a:noFill/>
          </a:ln>
        </p:spPr>
        <p:txBody>
          <a:bodyPr spcFirstLastPara="1" wrap="square" lIns="0" tIns="0" rIns="0" bIns="0" anchor="t" anchorCtr="0">
            <a:spAutoFit/>
          </a:bodyPr>
          <a:lstStyle/>
          <a:p>
            <a:pPr algn="ctr">
              <a:lnSpc>
                <a:spcPct val="120003"/>
              </a:lnSpc>
            </a:pPr>
            <a:r>
              <a:rPr lang="en" sz="5000" b="0" i="0" u="none" strike="noStrike" cap="none">
                <a:solidFill>
                  <a:srgbClr val="000000"/>
                </a:solidFill>
                <a:latin typeface="Cormorant Garamond Light"/>
                <a:ea typeface="Cormorant Garamond Light"/>
                <a:cs typeface="Cormorant Garamond Light"/>
                <a:sym typeface="Cormorant Garamond Light"/>
              </a:rPr>
              <a:t>Thank you</a:t>
            </a:r>
            <a:r>
              <a:rPr lang="en" sz="5000">
                <a:latin typeface="Cormorant Garamond Light"/>
                <a:ea typeface="Cormorant Garamond Light"/>
                <a:cs typeface="Cormorant Garamond Light"/>
                <a:sym typeface="Cormorant Garamond Light"/>
              </a:rPr>
              <a:t>, Sir</a:t>
            </a:r>
            <a:r>
              <a:rPr lang="en" sz="5000" b="0" i="0" u="none" strike="noStrike" cap="none" dirty="0">
                <a:solidFill>
                  <a:srgbClr val="000000"/>
                </a:solidFill>
                <a:latin typeface="Cormorant Garamond Light"/>
                <a:ea typeface="Cormorant Garamond Light"/>
                <a:cs typeface="Cormorant Garamond Light"/>
                <a:sym typeface="Cormorant Garamond Light"/>
              </a:rPr>
              <a:t>!</a:t>
            </a:r>
            <a:endParaRPr sz="700" dirty="0"/>
          </a:p>
        </p:txBody>
      </p:sp>
      <p:sp>
        <p:nvSpPr>
          <p:cNvPr id="478" name="Google Shape;478;p40"/>
          <p:cNvSpPr/>
          <p:nvPr/>
        </p:nvSpPr>
        <p:spPr>
          <a:xfrm rot="10800000">
            <a:off x="514350" y="-964459"/>
            <a:ext cx="3524604" cy="1928920"/>
          </a:xfrm>
          <a:custGeom>
            <a:avLst/>
            <a:gdLst/>
            <a:ahLst/>
            <a:cxnLst/>
            <a:rect l="l" t="t" r="r" b="b"/>
            <a:pathLst>
              <a:path w="7049207" h="3857839" extrusionOk="0">
                <a:moveTo>
                  <a:pt x="0" y="0"/>
                </a:moveTo>
                <a:lnTo>
                  <a:pt x="7049207" y="0"/>
                </a:lnTo>
                <a:lnTo>
                  <a:pt x="7049207" y="3857838"/>
                </a:lnTo>
                <a:lnTo>
                  <a:pt x="0" y="3857838"/>
                </a:lnTo>
                <a:lnTo>
                  <a:pt x="0" y="0"/>
                </a:lnTo>
                <a:close/>
              </a:path>
            </a:pathLst>
          </a:custGeom>
          <a:blipFill rotWithShape="1">
            <a:blip r:embed="rId4">
              <a:alphaModFix/>
            </a:blip>
            <a:stretch>
              <a:fillRect/>
            </a:stretch>
          </a:blipFill>
          <a:ln>
            <a:noFill/>
          </a:ln>
        </p:spPr>
      </p:sp>
      <p:sp>
        <p:nvSpPr>
          <p:cNvPr id="479" name="Google Shape;479;p40"/>
          <p:cNvSpPr/>
          <p:nvPr/>
        </p:nvSpPr>
        <p:spPr>
          <a:xfrm rot="10800000">
            <a:off x="4337719" y="-964459"/>
            <a:ext cx="3524604" cy="1928920"/>
          </a:xfrm>
          <a:custGeom>
            <a:avLst/>
            <a:gdLst/>
            <a:ahLst/>
            <a:cxnLst/>
            <a:rect l="l" t="t" r="r" b="b"/>
            <a:pathLst>
              <a:path w="7049207" h="3857839" extrusionOk="0">
                <a:moveTo>
                  <a:pt x="0" y="0"/>
                </a:moveTo>
                <a:lnTo>
                  <a:pt x="7049207" y="0"/>
                </a:lnTo>
                <a:lnTo>
                  <a:pt x="7049207" y="3857838"/>
                </a:lnTo>
                <a:lnTo>
                  <a:pt x="0" y="3857838"/>
                </a:lnTo>
                <a:lnTo>
                  <a:pt x="0" y="0"/>
                </a:lnTo>
                <a:close/>
              </a:path>
            </a:pathLst>
          </a:custGeom>
          <a:blipFill rotWithShape="1">
            <a:blip r:embed="rId4">
              <a:alphaModFix/>
            </a:blip>
            <a:stretch>
              <a:fillRect/>
            </a:stretch>
          </a:blipFill>
          <a:ln>
            <a:noFill/>
          </a:ln>
        </p:spPr>
      </p:sp>
      <p:sp>
        <p:nvSpPr>
          <p:cNvPr id="480" name="Google Shape;480;p40"/>
          <p:cNvSpPr/>
          <p:nvPr/>
        </p:nvSpPr>
        <p:spPr>
          <a:xfrm rot="10800000">
            <a:off x="8162360" y="-964459"/>
            <a:ext cx="553015" cy="1928920"/>
          </a:xfrm>
          <a:custGeom>
            <a:avLst/>
            <a:gdLst/>
            <a:ahLst/>
            <a:cxnLst/>
            <a:rect l="l" t="t" r="r" b="b"/>
            <a:pathLst>
              <a:path w="1106030" h="3857839" extrusionOk="0">
                <a:moveTo>
                  <a:pt x="0" y="0"/>
                </a:moveTo>
                <a:lnTo>
                  <a:pt x="1106030" y="0"/>
                </a:lnTo>
                <a:lnTo>
                  <a:pt x="1106030" y="3857838"/>
                </a:lnTo>
                <a:lnTo>
                  <a:pt x="0" y="3857838"/>
                </a:lnTo>
                <a:lnTo>
                  <a:pt x="0" y="0"/>
                </a:lnTo>
                <a:close/>
              </a:path>
            </a:pathLst>
          </a:custGeom>
          <a:blipFill rotWithShape="1">
            <a:blip r:embed="rId4">
              <a:alphaModFix/>
            </a:blip>
            <a:stretch>
              <a:fillRect l="-537308"/>
            </a:stretch>
          </a:blipFill>
          <a:ln>
            <a:noFill/>
          </a:ln>
        </p:spPr>
      </p:sp>
      <p:cxnSp>
        <p:nvCxnSpPr>
          <p:cNvPr id="3" name="Connector: Curved 2">
            <a:extLst>
              <a:ext uri="{FF2B5EF4-FFF2-40B4-BE49-F238E27FC236}">
                <a16:creationId xmlns:a16="http://schemas.microsoft.com/office/drawing/2014/main" id="{19FC3425-D498-C852-A82B-75CCB3161EA4}"/>
              </a:ext>
            </a:extLst>
          </p:cNvPr>
          <p:cNvCxnSpPr/>
          <p:nvPr/>
        </p:nvCxnSpPr>
        <p:spPr>
          <a:xfrm flipH="1">
            <a:off x="446105" y="1875273"/>
            <a:ext cx="3597727" cy="16328"/>
          </a:xfrm>
          <a:prstGeom prst="curvedConnector3">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5" name="Table 4">
            <a:extLst>
              <a:ext uri="{FF2B5EF4-FFF2-40B4-BE49-F238E27FC236}">
                <a16:creationId xmlns:a16="http://schemas.microsoft.com/office/drawing/2014/main" id="{FF114E7B-1814-F79F-4E8E-2B494A3C89D2}"/>
              </a:ext>
            </a:extLst>
          </p:cNvPr>
          <p:cNvGraphicFramePr>
            <a:graphicFrameLocks noGrp="1"/>
          </p:cNvGraphicFramePr>
          <p:nvPr>
            <p:extLst>
              <p:ext uri="{D42A27DB-BD31-4B8C-83A1-F6EECF244321}">
                <p14:modId xmlns:p14="http://schemas.microsoft.com/office/powerpoint/2010/main" val="1661911670"/>
              </p:ext>
            </p:extLst>
          </p:nvPr>
        </p:nvGraphicFramePr>
        <p:xfrm>
          <a:off x="2000794" y="3449247"/>
          <a:ext cx="5146034" cy="1112520"/>
        </p:xfrm>
        <a:graphic>
          <a:graphicData uri="http://schemas.openxmlformats.org/drawingml/2006/table">
            <a:tbl>
              <a:tblPr firstRow="1" bandRow="1">
                <a:tableStyleId>{2D5ABB26-0587-4C30-8999-92F81FD0307C}</a:tableStyleId>
              </a:tblPr>
              <a:tblGrid>
                <a:gridCol w="984925">
                  <a:extLst>
                    <a:ext uri="{9D8B030D-6E8A-4147-A177-3AD203B41FA5}">
                      <a16:colId xmlns:a16="http://schemas.microsoft.com/office/drawing/2014/main" val="3046963308"/>
                    </a:ext>
                  </a:extLst>
                </a:gridCol>
                <a:gridCol w="208280">
                  <a:extLst>
                    <a:ext uri="{9D8B030D-6E8A-4147-A177-3AD203B41FA5}">
                      <a16:colId xmlns:a16="http://schemas.microsoft.com/office/drawing/2014/main" val="4196751380"/>
                    </a:ext>
                  </a:extLst>
                </a:gridCol>
                <a:gridCol w="3952829">
                  <a:extLst>
                    <a:ext uri="{9D8B030D-6E8A-4147-A177-3AD203B41FA5}">
                      <a16:colId xmlns:a16="http://schemas.microsoft.com/office/drawing/2014/main" val="262454713"/>
                    </a:ext>
                  </a:extLst>
                </a:gridCol>
              </a:tblGrid>
              <a:tr h="370840">
                <a:tc>
                  <a:txBody>
                    <a:bodyPr/>
                    <a:lstStyle/>
                    <a:p>
                      <a:pPr lvl="0">
                        <a:buNone/>
                      </a:pPr>
                      <a:r>
                        <a:rPr lang="en-US" sz="1400" b="0" i="0" u="none" strike="noStrike" noProof="0">
                          <a:latin typeface="Arial"/>
                          <a:cs typeface="Arial"/>
                        </a:rPr>
                        <a:t>Portfolio</a:t>
                      </a:r>
                      <a:endParaRPr lang="en-US"/>
                    </a:p>
                  </a:txBody>
                  <a:tcPr/>
                </a:tc>
                <a:tc>
                  <a:txBody>
                    <a:bodyPr/>
                    <a:lstStyle/>
                    <a:p>
                      <a:pPr lvl="0">
                        <a:buNone/>
                      </a:pPr>
                      <a:r>
                        <a:rPr lang="en-US"/>
                        <a:t>:</a:t>
                      </a:r>
                      <a:endParaRPr lang="en-US" dirty="0"/>
                    </a:p>
                  </a:txBody>
                  <a:tcPr/>
                </a:tc>
                <a:tc>
                  <a:txBody>
                    <a:bodyPr/>
                    <a:lstStyle/>
                    <a:p>
                      <a:pPr lvl="0">
                        <a:buNone/>
                      </a:pPr>
                      <a:r>
                        <a:rPr lang="en-US" sz="1400" b="0" i="0" u="none" strike="noStrike" noProof="0" dirty="0">
                          <a:hlinkClick r:id="rId5"/>
                        </a:rPr>
                        <a:t>https://</a:t>
                      </a:r>
                      <a:r>
                        <a:rPr lang="en-US" sz="1400" b="0" i="0" u="none" strike="noStrike" noProof="0" dirty="0">
                          <a:latin typeface="Arial"/>
                          <a:cs typeface="Arial"/>
                          <a:hlinkClick r:id="rId5"/>
                        </a:rPr>
                        <a:t>kesavaimandi.github.io/kesavaimandi/</a:t>
                      </a:r>
                      <a:endParaRPr lang="en-US" sz="1400" b="0" i="0" u="none" strike="noStrike" noProof="0" dirty="0"/>
                    </a:p>
                  </a:txBody>
                  <a:tcPr/>
                </a:tc>
                <a:extLst>
                  <a:ext uri="{0D108BD9-81ED-4DB2-BD59-A6C34878D82A}">
                    <a16:rowId xmlns:a16="http://schemas.microsoft.com/office/drawing/2014/main" val="2107408682"/>
                  </a:ext>
                </a:extLst>
              </a:tr>
              <a:tr h="370840">
                <a:tc>
                  <a:txBody>
                    <a:bodyPr/>
                    <a:lstStyle/>
                    <a:p>
                      <a:pPr lvl="0">
                        <a:buNone/>
                      </a:pPr>
                      <a:r>
                        <a:rPr lang="en-US"/>
                        <a:t>LinkedIn</a:t>
                      </a:r>
                      <a:endParaRPr lang="en-US" dirty="0"/>
                    </a:p>
                  </a:txBody>
                  <a:tcPr/>
                </a:tc>
                <a:tc>
                  <a:txBody>
                    <a:bodyPr/>
                    <a:lstStyle/>
                    <a:p>
                      <a:pPr lvl="0">
                        <a:buNone/>
                      </a:pPr>
                      <a:r>
                        <a:rPr lang="en-US"/>
                        <a:t>:</a:t>
                      </a:r>
                      <a:endParaRPr lang="en-US" dirty="0"/>
                    </a:p>
                  </a:txBody>
                  <a:tcPr/>
                </a:tc>
                <a:tc>
                  <a:txBody>
                    <a:bodyPr/>
                    <a:lstStyle/>
                    <a:p>
                      <a:pPr lvl="0">
                        <a:buNone/>
                      </a:pPr>
                      <a:r>
                        <a:rPr lang="en-US" sz="1400" b="0" i="0" u="none" strike="noStrike" noProof="0" dirty="0">
                          <a:latin typeface="Arial"/>
                          <a:cs typeface="Arial"/>
                          <a:hlinkClick r:id="rId6"/>
                        </a:rPr>
                        <a:t>https://www.linkedin.com/in/imandi-kesava</a:t>
                      </a:r>
                      <a:endParaRPr lang="en-US"/>
                    </a:p>
                  </a:txBody>
                  <a:tcPr/>
                </a:tc>
                <a:extLst>
                  <a:ext uri="{0D108BD9-81ED-4DB2-BD59-A6C34878D82A}">
                    <a16:rowId xmlns:a16="http://schemas.microsoft.com/office/drawing/2014/main" val="2754579826"/>
                  </a:ext>
                </a:extLst>
              </a:tr>
              <a:tr h="370840">
                <a:tc>
                  <a:txBody>
                    <a:bodyPr/>
                    <a:lstStyle/>
                    <a:p>
                      <a:pPr lvl="0">
                        <a:buNone/>
                      </a:pPr>
                      <a:r>
                        <a:rPr lang="en-US"/>
                        <a:t>GitHub</a:t>
                      </a:r>
                      <a:endParaRPr lang="en-US" dirty="0"/>
                    </a:p>
                  </a:txBody>
                  <a:tcPr/>
                </a:tc>
                <a:tc>
                  <a:txBody>
                    <a:bodyPr/>
                    <a:lstStyle/>
                    <a:p>
                      <a:pPr lvl="0">
                        <a:buNone/>
                      </a:pPr>
                      <a:r>
                        <a:rPr lang="en-US"/>
                        <a:t>:</a:t>
                      </a:r>
                      <a:endParaRPr lang="en-US" dirty="0"/>
                    </a:p>
                  </a:txBody>
                  <a:tcPr/>
                </a:tc>
                <a:tc>
                  <a:txBody>
                    <a:bodyPr/>
                    <a:lstStyle/>
                    <a:p>
                      <a:pPr lvl="0">
                        <a:buNone/>
                      </a:pPr>
                      <a:r>
                        <a:rPr lang="en-US" sz="1400" b="0" i="0" u="none" strike="noStrike" noProof="0" dirty="0">
                          <a:latin typeface="Arial"/>
                          <a:cs typeface="Arial"/>
                          <a:hlinkClick r:id="rId7"/>
                        </a:rPr>
                        <a:t>https://github.com/kesavaimandi</a:t>
                      </a:r>
                      <a:endParaRPr lang="en-US"/>
                    </a:p>
                  </a:txBody>
                  <a:tcPr/>
                </a:tc>
                <a:extLst>
                  <a:ext uri="{0D108BD9-81ED-4DB2-BD59-A6C34878D82A}">
                    <a16:rowId xmlns:a16="http://schemas.microsoft.com/office/drawing/2014/main" val="4234814059"/>
                  </a:ext>
                </a:extLst>
              </a:tr>
            </a:tbl>
          </a:graphicData>
        </a:graphic>
      </p:graphicFrame>
      <p:sp>
        <p:nvSpPr>
          <p:cNvPr id="6" name="TextBox 5">
            <a:extLst>
              <a:ext uri="{FF2B5EF4-FFF2-40B4-BE49-F238E27FC236}">
                <a16:creationId xmlns:a16="http://schemas.microsoft.com/office/drawing/2014/main" id="{11C4E8B9-53BD-809A-7DED-6699E1D5FC3F}"/>
              </a:ext>
            </a:extLst>
          </p:cNvPr>
          <p:cNvSpPr txBox="1"/>
          <p:nvPr/>
        </p:nvSpPr>
        <p:spPr>
          <a:xfrm>
            <a:off x="3410812" y="2887767"/>
            <a:ext cx="2327817"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dirty="0">
                <a:latin typeface="Cormorant Garamond"/>
                <a:ea typeface="Cormorant Garamond"/>
              </a:rPr>
              <a:t>My Website and Pr</a:t>
            </a:r>
            <a:r>
              <a:rPr lang="en-US" sz="1600" b="1">
                <a:latin typeface="Cormorant Garamond"/>
                <a:ea typeface="Cormorant Garamond"/>
              </a:rPr>
              <a:t>ofiles</a:t>
            </a:r>
            <a:endParaRPr lang="en-US" sz="1600" b="1" dirty="0">
              <a:latin typeface="Cormorant Garamond"/>
              <a:ea typeface="Cormorant Garamon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271814"/>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10</Slides>
  <Notes>10</Notes>
  <HiddenSlides>0</HiddenSlides>
  <ScaleCrop>false</ScaleCrop>
  <HeadingPairs>
    <vt:vector size="4" baseType="variant">
      <vt:variant>
        <vt:lpstr>Theme</vt:lpstr>
      </vt:variant>
      <vt:variant>
        <vt:i4>2</vt:i4>
      </vt:variant>
      <vt:variant>
        <vt:lpstr>Slide Titles</vt:lpstr>
      </vt:variant>
      <vt:variant>
        <vt:i4>10</vt:i4>
      </vt:variant>
    </vt:vector>
  </HeadingPairs>
  <TitlesOfParts>
    <vt:vector size="12" baseType="lpstr">
      <vt:lpstr>Simple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870</cp:revision>
  <dcterms:modified xsi:type="dcterms:W3CDTF">2026-07-27T10:38:53Z</dcterms:modified>
</cp:coreProperties>
</file>